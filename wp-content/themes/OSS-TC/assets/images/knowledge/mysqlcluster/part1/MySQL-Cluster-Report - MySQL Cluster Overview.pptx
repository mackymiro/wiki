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705" r:id="rId1"/>
  </p:sldMasterIdLst>
  <p:notesMasterIdLst>
    <p:notesMasterId r:id="rId27"/>
  </p:notesMasterIdLst>
  <p:handoutMasterIdLst>
    <p:handoutMasterId r:id="rId28"/>
  </p:handoutMasterIdLst>
  <p:sldIdLst>
    <p:sldId id="262" r:id="rId2"/>
    <p:sldId id="267" r:id="rId3"/>
    <p:sldId id="268" r:id="rId4"/>
    <p:sldId id="263" r:id="rId5"/>
    <p:sldId id="264" r:id="rId6"/>
    <p:sldId id="269" r:id="rId7"/>
    <p:sldId id="270" r:id="rId8"/>
    <p:sldId id="299" r:id="rId9"/>
    <p:sldId id="300" r:id="rId10"/>
    <p:sldId id="304" r:id="rId11"/>
    <p:sldId id="313" r:id="rId12"/>
    <p:sldId id="301" r:id="rId13"/>
    <p:sldId id="271" r:id="rId14"/>
    <p:sldId id="314" r:id="rId15"/>
    <p:sldId id="298" r:id="rId16"/>
    <p:sldId id="273" r:id="rId17"/>
    <p:sldId id="274" r:id="rId18"/>
    <p:sldId id="315" r:id="rId19"/>
    <p:sldId id="316" r:id="rId20"/>
    <p:sldId id="317" r:id="rId21"/>
    <p:sldId id="318" r:id="rId22"/>
    <p:sldId id="319" r:id="rId23"/>
    <p:sldId id="282" r:id="rId24"/>
    <p:sldId id="281" r:id="rId25"/>
    <p:sldId id="266" r:id="rId26"/>
  </p:sldIdLst>
  <p:sldSz cx="9144000" cy="6858000" type="screen4x3"/>
  <p:notesSz cx="6807200" cy="9939338"/>
  <p:kinsoku lang="ja-JP" invalStChars="、。，．・：；？！゛゜ヽヾゝゞ々ー’”）〕］｝〉》」』】°‰′″℃￠％ぁぃぅぇぉっゃゅょゎァィゥェォッャュョヮヵヶ!%),.:;?]}｡｣､･ｧｨｩｪｫｬｭｮｯｰﾞﾟ" invalEndChars="‘“（〔［｛〈《「『【￥＄$([\{｢￡"/>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3B87605F-6347-4350-B173-1EE1CBAA3787}">
          <p14:sldIdLst>
            <p14:sldId id="262"/>
          </p14:sldIdLst>
        </p14:section>
        <p14:section name="Brand Statement" id="{E9B22BFF-877C-4AA1-9323-19B679BF99B1}">
          <p14:sldIdLst>
            <p14:sldId id="267"/>
            <p14:sldId id="268"/>
          </p14:sldIdLst>
        </p14:section>
        <p14:section name="Table of Contents" id="{0B1E2898-31BC-42F3-A5A5-141726087CC7}">
          <p14:sldIdLst>
            <p14:sldId id="263"/>
          </p14:sldIdLst>
        </p14:section>
        <p14:section name="Body" id="{18FAE958-DF6E-4AAC-835E-E68BDECA82A9}">
          <p14:sldIdLst>
            <p14:sldId id="264"/>
            <p14:sldId id="269"/>
            <p14:sldId id="270"/>
            <p14:sldId id="299"/>
            <p14:sldId id="300"/>
            <p14:sldId id="304"/>
            <p14:sldId id="313"/>
            <p14:sldId id="301"/>
            <p14:sldId id="271"/>
            <p14:sldId id="314"/>
            <p14:sldId id="298"/>
            <p14:sldId id="273"/>
            <p14:sldId id="274"/>
            <p14:sldId id="315"/>
            <p14:sldId id="316"/>
            <p14:sldId id="317"/>
            <p14:sldId id="318"/>
            <p14:sldId id="319"/>
            <p14:sldId id="282"/>
            <p14:sldId id="281"/>
          </p14:sldIdLst>
        </p14:section>
        <p14:section name="Corporate Mark" id="{043BD1DC-881F-4DDA-BE71-3D4C881D9A5E}">
          <p14:sldIdLst>
            <p14:sldId id="266"/>
          </p14:sldIdLst>
        </p14:section>
      </p14:sectionLst>
    </p:ext>
    <p:ext uri="{EFAFB233-063F-42B5-8137-9DF3F51BA10A}">
      <p15:sldGuideLst xmlns="" xmlns:p15="http://schemas.microsoft.com/office/powerpoint/2012/main">
        <p15:guide id="1" orient="horz" pos="527">
          <p15:clr>
            <a:srgbClr val="A4A3A4"/>
          </p15:clr>
        </p15:guide>
        <p15:guide id="2" orient="horz" pos="73">
          <p15:clr>
            <a:srgbClr val="A4A3A4"/>
          </p15:clr>
        </p15:guide>
        <p15:guide id="3" orient="horz" pos="4064">
          <p15:clr>
            <a:srgbClr val="A4A3A4"/>
          </p15:clr>
        </p15:guide>
        <p15:guide id="4" pos="2880">
          <p15:clr>
            <a:srgbClr val="A4A3A4"/>
          </p15:clr>
        </p15:guide>
        <p15:guide id="5" pos="113">
          <p15:clr>
            <a:srgbClr val="A4A3A4"/>
          </p15:clr>
        </p15:guide>
        <p15:guide id="6" pos="5647">
          <p15:clr>
            <a:srgbClr val="A4A3A4"/>
          </p15:clr>
        </p15:guide>
      </p15:sldGuideLst>
    </p:ext>
    <p:ext uri="{2D200454-40CA-4A62-9FC3-DE9A4176ACB9}">
      <p15:notesGuideLst xmlns="" xmlns:p15="http://schemas.microsoft.com/office/powerpoint/2012/main">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7294" autoAdjust="0"/>
    <p:restoredTop sz="91553" autoAdjust="0"/>
  </p:normalViewPr>
  <p:slideViewPr>
    <p:cSldViewPr snapToGrid="0" snapToObjects="1">
      <p:cViewPr varScale="1">
        <p:scale>
          <a:sx n="94" d="100"/>
          <a:sy n="94" d="100"/>
        </p:scale>
        <p:origin x="-1080" y="-96"/>
      </p:cViewPr>
      <p:guideLst>
        <p:guide orient="horz" pos="527"/>
        <p:guide orient="horz" pos="73"/>
        <p:guide orient="horz" pos="4064"/>
        <p:guide pos="2880"/>
        <p:guide pos="113"/>
        <p:guide pos="5647"/>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55" d="100"/>
          <a:sy n="55" d="100"/>
        </p:scale>
        <p:origin x="-3054" y="-78"/>
      </p:cViewPr>
      <p:guideLst>
        <p:guide orient="horz" pos="3130"/>
        <p:guide pos="2145"/>
      </p:guideLst>
    </p:cSldViewPr>
  </p:notes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49787" cy="496967"/>
          </a:xfrm>
          <a:prstGeom prst="rect">
            <a:avLst/>
          </a:prstGeom>
        </p:spPr>
        <p:txBody>
          <a:bodyPr vert="horz" lIns="92221" tIns="46111" rIns="92221" bIns="46111" rtlCol="0"/>
          <a:lstStyle>
            <a:lvl1pPr algn="l">
              <a:defRPr sz="1200"/>
            </a:lvl1pPr>
          </a:lstStyle>
          <a:p>
            <a:endParaRPr kumimoji="1" lang="ja-JP" altLang="en-US" dirty="0">
              <a:ea typeface="メイリオ" panose="020B0604030504040204" pitchFamily="50" charset="-128"/>
            </a:endParaRPr>
          </a:p>
        </p:txBody>
      </p:sp>
      <p:sp>
        <p:nvSpPr>
          <p:cNvPr id="3" name="日付プレースホルダー 2"/>
          <p:cNvSpPr>
            <a:spLocks noGrp="1"/>
          </p:cNvSpPr>
          <p:nvPr>
            <p:ph type="dt" sz="quarter" idx="1"/>
          </p:nvPr>
        </p:nvSpPr>
        <p:spPr>
          <a:xfrm>
            <a:off x="3855839" y="1"/>
            <a:ext cx="2949787" cy="496967"/>
          </a:xfrm>
          <a:prstGeom prst="rect">
            <a:avLst/>
          </a:prstGeom>
        </p:spPr>
        <p:txBody>
          <a:bodyPr vert="horz" lIns="92221" tIns="46111" rIns="92221" bIns="46111" rtlCol="0"/>
          <a:lstStyle>
            <a:lvl1pPr algn="r">
              <a:defRPr sz="1200"/>
            </a:lvl1pPr>
          </a:lstStyle>
          <a:p>
            <a:fld id="{D829EBEE-5DBD-45D0-BA62-80122688BEB8}" type="datetimeFigureOut">
              <a:rPr kumimoji="1" lang="ja-JP" altLang="en-US" smtClean="0">
                <a:ea typeface="メイリオ" panose="020B0604030504040204" pitchFamily="50" charset="-128"/>
              </a:rPr>
              <a:t>2017/6/24</a:t>
            </a:fld>
            <a:endParaRPr kumimoji="1" lang="ja-JP" altLang="en-US" dirty="0">
              <a:ea typeface="メイリオ" panose="020B0604030504040204" pitchFamily="50" charset="-128"/>
            </a:endParaRPr>
          </a:p>
        </p:txBody>
      </p:sp>
      <p:sp>
        <p:nvSpPr>
          <p:cNvPr id="4" name="フッター プレースホルダー 3"/>
          <p:cNvSpPr>
            <a:spLocks noGrp="1"/>
          </p:cNvSpPr>
          <p:nvPr>
            <p:ph type="ftr" sz="quarter" idx="2"/>
          </p:nvPr>
        </p:nvSpPr>
        <p:spPr>
          <a:xfrm>
            <a:off x="2" y="9440647"/>
            <a:ext cx="2949787" cy="496967"/>
          </a:xfrm>
          <a:prstGeom prst="rect">
            <a:avLst/>
          </a:prstGeom>
        </p:spPr>
        <p:txBody>
          <a:bodyPr vert="horz" lIns="92221" tIns="46111" rIns="92221" bIns="46111" rtlCol="0" anchor="b"/>
          <a:lstStyle>
            <a:lvl1pPr algn="l">
              <a:defRPr sz="1200"/>
            </a:lvl1pPr>
          </a:lstStyle>
          <a:p>
            <a:endParaRPr kumimoji="1" lang="ja-JP" altLang="en-US" dirty="0">
              <a:ea typeface="メイリオ" panose="020B0604030504040204" pitchFamily="50" charset="-128"/>
            </a:endParaRPr>
          </a:p>
        </p:txBody>
      </p:sp>
      <p:sp>
        <p:nvSpPr>
          <p:cNvPr id="5" name="スライド番号プレースホルダー 4"/>
          <p:cNvSpPr>
            <a:spLocks noGrp="1"/>
          </p:cNvSpPr>
          <p:nvPr>
            <p:ph type="sldNum" sz="quarter" idx="3"/>
          </p:nvPr>
        </p:nvSpPr>
        <p:spPr>
          <a:xfrm>
            <a:off x="3855839" y="9440647"/>
            <a:ext cx="2949787" cy="496967"/>
          </a:xfrm>
          <a:prstGeom prst="rect">
            <a:avLst/>
          </a:prstGeom>
        </p:spPr>
        <p:txBody>
          <a:bodyPr vert="horz" lIns="92221" tIns="46111" rIns="92221" bIns="46111" rtlCol="0" anchor="b"/>
          <a:lstStyle>
            <a:lvl1pPr algn="r">
              <a:defRPr sz="1200"/>
            </a:lvl1pPr>
          </a:lstStyle>
          <a:p>
            <a:fld id="{6322DB22-2E22-491B-AA6C-F689DB200DBB}" type="slidenum">
              <a:rPr kumimoji="1" lang="ja-JP" altLang="en-US" smtClean="0">
                <a:ea typeface="メイリオ" panose="020B0604030504040204" pitchFamily="50" charset="-128"/>
              </a:rPr>
              <a:t>‹#›</a:t>
            </a:fld>
            <a:endParaRPr kumimoji="1" lang="ja-JP" altLang="en-US" dirty="0">
              <a:ea typeface="メイリオ" panose="020B0604030504040204" pitchFamily="50" charset="-128"/>
            </a:endParaRPr>
          </a:p>
        </p:txBody>
      </p:sp>
    </p:spTree>
    <p:extLst>
      <p:ext uri="{BB962C8B-B14F-4D97-AF65-F5344CB8AC3E}">
        <p14:creationId xmlns:p14="http://schemas.microsoft.com/office/powerpoint/2010/main" val="163105054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55839" y="1"/>
            <a:ext cx="2949787" cy="288000"/>
          </a:xfrm>
          <a:prstGeom prst="rect">
            <a:avLst/>
          </a:prstGeom>
        </p:spPr>
        <p:txBody>
          <a:bodyPr vert="horz" lIns="92221" tIns="46111" rIns="92221" bIns="46111" rtlCol="0"/>
          <a:lstStyle>
            <a:lvl1pPr algn="r">
              <a:defRPr sz="1000">
                <a:ea typeface="メイリオ" panose="020B0604030504040204" pitchFamily="50" charset="-128"/>
              </a:defRPr>
            </a:lvl1pPr>
          </a:lstStyle>
          <a:p>
            <a:fld id="{4B26993D-C081-44EB-B0F5-A9F467792B62}" type="datetimeFigureOut">
              <a:rPr lang="ja-JP" altLang="en-US" smtClean="0"/>
              <a:pPr/>
              <a:t>2017/6/24</a:t>
            </a:fld>
            <a:endParaRPr lang="ja-JP" altLang="en-US" dirty="0"/>
          </a:p>
        </p:txBody>
      </p:sp>
      <p:sp>
        <p:nvSpPr>
          <p:cNvPr id="7" name="スライド番号プレースホルダー 6"/>
          <p:cNvSpPr>
            <a:spLocks noGrp="1"/>
          </p:cNvSpPr>
          <p:nvPr>
            <p:ph type="sldNum" sz="quarter" idx="5"/>
          </p:nvPr>
        </p:nvSpPr>
        <p:spPr>
          <a:xfrm>
            <a:off x="3855839" y="9652150"/>
            <a:ext cx="2949787" cy="288000"/>
          </a:xfrm>
          <a:prstGeom prst="rect">
            <a:avLst/>
          </a:prstGeom>
        </p:spPr>
        <p:txBody>
          <a:bodyPr vert="horz" lIns="92221" tIns="46111" rIns="92221" bIns="46111" rtlCol="0" anchor="b"/>
          <a:lstStyle>
            <a:lvl1pPr algn="r">
              <a:defRPr sz="1000">
                <a:ea typeface="メイリオ" panose="020B0604030504040204" pitchFamily="50" charset="-128"/>
              </a:defRPr>
            </a:lvl1pPr>
          </a:lstStyle>
          <a:p>
            <a:fld id="{CFBBA293-708C-4261-9FD1-AE04041D5F79}" type="slidenum">
              <a:rPr lang="ja-JP" altLang="en-US" smtClean="0"/>
              <a:pPr/>
              <a:t>‹#›</a:t>
            </a:fld>
            <a:endParaRPr lang="ja-JP" altLang="en-US" dirty="0"/>
          </a:p>
        </p:txBody>
      </p:sp>
      <p:sp>
        <p:nvSpPr>
          <p:cNvPr id="8" name="スライド イメージ プレースホルダー 7"/>
          <p:cNvSpPr>
            <a:spLocks noGrp="1" noRot="1" noChangeAspect="1"/>
          </p:cNvSpPr>
          <p:nvPr>
            <p:ph type="sldImg" idx="2"/>
          </p:nvPr>
        </p:nvSpPr>
        <p:spPr>
          <a:xfrm>
            <a:off x="919163" y="431800"/>
            <a:ext cx="4968875" cy="3725863"/>
          </a:xfrm>
          <a:prstGeom prst="rect">
            <a:avLst/>
          </a:prstGeom>
          <a:noFill/>
          <a:ln w="12700">
            <a:solidFill>
              <a:prstClr val="black"/>
            </a:solidFill>
          </a:ln>
        </p:spPr>
        <p:txBody>
          <a:bodyPr vert="horz" lIns="91433" tIns="45716" rIns="91433" bIns="45716" rtlCol="0" anchor="ctr"/>
          <a:lstStyle/>
          <a:p>
            <a:endParaRPr lang="ja-JP" altLang="en-US" dirty="0"/>
          </a:p>
        </p:txBody>
      </p:sp>
      <p:sp>
        <p:nvSpPr>
          <p:cNvPr id="9" name="ノート プレースホルダー 8"/>
          <p:cNvSpPr>
            <a:spLocks noGrp="1"/>
          </p:cNvSpPr>
          <p:nvPr>
            <p:ph type="body" sz="quarter" idx="3"/>
          </p:nvPr>
        </p:nvSpPr>
        <p:spPr>
          <a:xfrm>
            <a:off x="91601" y="4320000"/>
            <a:ext cx="6624000" cy="5220000"/>
          </a:xfrm>
          <a:prstGeom prst="rect">
            <a:avLst/>
          </a:prstGeom>
        </p:spPr>
        <p:txBody>
          <a:bodyPr vert="horz" lIns="0" tIns="45716" rIns="0" bIns="45716" rtlCol="0"/>
          <a:lstStyle/>
          <a:p>
            <a:pPr lvl="0"/>
            <a:r>
              <a:rPr kumimoji="1" lang="ja-JP" altLang="en-US" dirty="0" smtClean="0"/>
              <a:t>マスター テキストの書式設定</a:t>
            </a:r>
          </a:p>
        </p:txBody>
      </p:sp>
    </p:spTree>
    <p:extLst>
      <p:ext uri="{BB962C8B-B14F-4D97-AF65-F5344CB8AC3E}">
        <p14:creationId xmlns:p14="http://schemas.microsoft.com/office/powerpoint/2010/main" val="45250295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100" kern="1200">
        <a:solidFill>
          <a:schemeClr val="tx1"/>
        </a:solidFill>
        <a:latin typeface="Verdana" panose="020B0604030504040204" pitchFamily="34" charset="0"/>
        <a:ea typeface="メイリオ" panose="020B0604030504040204" pitchFamily="50" charset="-128"/>
        <a:cs typeface="Verdana" panose="020B0604030504040204" pitchFamily="34" charset="0"/>
      </a:defRPr>
    </a:lvl1pPr>
    <a:lvl2pPr marL="457200" algn="l" defTabSz="914400" rtl="0" eaLnBrk="1" latinLnBrk="0" hangingPunct="1">
      <a:defRPr kumimoji="1" sz="800" kern="1200">
        <a:solidFill>
          <a:schemeClr val="tx1"/>
        </a:solidFill>
        <a:latin typeface="+mn-lt"/>
        <a:ea typeface="メイリオ" panose="020B0604030504040204" pitchFamily="50" charset="-128"/>
        <a:cs typeface="+mn-cs"/>
      </a:defRPr>
    </a:lvl2pPr>
    <a:lvl3pPr marL="914400" algn="l" defTabSz="914400" rtl="0" eaLnBrk="1" latinLnBrk="0" hangingPunct="1">
      <a:defRPr kumimoji="1" sz="800" kern="1200">
        <a:solidFill>
          <a:schemeClr val="tx1"/>
        </a:solidFill>
        <a:latin typeface="+mn-lt"/>
        <a:ea typeface="メイリオ" panose="020B0604030504040204" pitchFamily="50" charset="-128"/>
        <a:cs typeface="+mn-cs"/>
      </a:defRPr>
    </a:lvl3pPr>
    <a:lvl4pPr marL="1371600" algn="l" defTabSz="914400" rtl="0" eaLnBrk="1" latinLnBrk="0" hangingPunct="1">
      <a:defRPr kumimoji="1" sz="800" kern="1200">
        <a:solidFill>
          <a:schemeClr val="tx1"/>
        </a:solidFill>
        <a:latin typeface="+mn-lt"/>
        <a:ea typeface="メイリオ" panose="020B0604030504040204" pitchFamily="50" charset="-128"/>
        <a:cs typeface="+mn-cs"/>
      </a:defRPr>
    </a:lvl4pPr>
    <a:lvl5pPr marL="1828800" algn="l" defTabSz="914400" rtl="0" eaLnBrk="1" latinLnBrk="0" hangingPunct="1">
      <a:defRPr kumimoji="1" sz="800" kern="1200">
        <a:solidFill>
          <a:schemeClr val="tx1"/>
        </a:solidFill>
        <a:latin typeface="+mn-lt"/>
        <a:ea typeface="メイリオ" panose="020B060403050404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431800"/>
            <a:ext cx="4968875" cy="3725863"/>
          </a:xfrm>
        </p:spPr>
      </p:sp>
      <p:sp>
        <p:nvSpPr>
          <p:cNvPr id="3" name="ノート プレースホルダー 2"/>
          <p:cNvSpPr>
            <a:spLocks noGrp="1"/>
          </p:cNvSpPr>
          <p:nvPr>
            <p:ph type="body" idx="1"/>
          </p:nvPr>
        </p:nvSpPr>
        <p:spPr/>
        <p:txBody>
          <a:bodyPr/>
          <a:lstStyle/>
          <a:p>
            <a:endParaRPr kumimoji="1" lang="en-US" altLang="ja-JP" dirty="0" smtClean="0"/>
          </a:p>
          <a:p>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CFBBA293-708C-4261-9FD1-AE04041D5F79}" type="slidenum">
              <a:rPr lang="ja-JP" altLang="en-US" smtClean="0"/>
              <a:pPr/>
              <a:t>1</a:t>
            </a:fld>
            <a:endParaRPr lang="ja-JP" altLang="en-US" dirty="0"/>
          </a:p>
        </p:txBody>
      </p:sp>
    </p:spTree>
    <p:extLst>
      <p:ext uri="{BB962C8B-B14F-4D97-AF65-F5344CB8AC3E}">
        <p14:creationId xmlns:p14="http://schemas.microsoft.com/office/powerpoint/2010/main" val="884622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Details - TBD</a:t>
            </a:r>
            <a:endParaRPr lang="en-US" dirty="0"/>
          </a:p>
        </p:txBody>
      </p:sp>
      <p:sp>
        <p:nvSpPr>
          <p:cNvPr id="4" name="Slide Number Placeholder 3"/>
          <p:cNvSpPr>
            <a:spLocks noGrp="1"/>
          </p:cNvSpPr>
          <p:nvPr>
            <p:ph type="sldNum" sz="quarter" idx="10"/>
          </p:nvPr>
        </p:nvSpPr>
        <p:spPr/>
        <p:txBody>
          <a:bodyPr/>
          <a:lstStyle/>
          <a:p>
            <a:fld id="{CFBBA293-708C-4261-9FD1-AE04041D5F79}" type="slidenum">
              <a:rPr lang="ja-JP" altLang="en-US" smtClean="0"/>
              <a:pPr/>
              <a:t>10</a:t>
            </a:fld>
            <a:endParaRPr lang="ja-JP" altLang="en-US" dirty="0"/>
          </a:p>
        </p:txBody>
      </p:sp>
    </p:spTree>
    <p:extLst>
      <p:ext uri="{BB962C8B-B14F-4D97-AF65-F5344CB8AC3E}">
        <p14:creationId xmlns:p14="http://schemas.microsoft.com/office/powerpoint/2010/main" val="1515867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431800"/>
            <a:ext cx="4968875"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FBBA293-708C-4261-9FD1-AE04041D5F79}" type="slidenum">
              <a:rPr lang="ja-JP" altLang="en-US" smtClean="0"/>
              <a:pPr/>
              <a:t>25</a:t>
            </a:fld>
            <a:endParaRPr lang="ja-JP" altLang="en-US" dirty="0"/>
          </a:p>
        </p:txBody>
      </p:sp>
    </p:spTree>
    <p:extLst>
      <p:ext uri="{BB962C8B-B14F-4D97-AF65-F5344CB8AC3E}">
        <p14:creationId xmlns:p14="http://schemas.microsoft.com/office/powerpoint/2010/main" val="22607430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microsoft.com/office/2007/relationships/hdphoto" Target="../media/hdphoto1.wd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3" name="Background_Titl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4" name="タイトル"/>
          <p:cNvSpPr>
            <a:spLocks noGrp="1"/>
          </p:cNvSpPr>
          <p:nvPr>
            <p:ph type="title" hasCustomPrompt="1"/>
          </p:nvPr>
        </p:nvSpPr>
        <p:spPr bwMode="gray">
          <a:xfrm>
            <a:off x="179513" y="3049388"/>
            <a:ext cx="8784000" cy="584775"/>
          </a:xfrm>
        </p:spPr>
        <p:txBody>
          <a:bodyPr anchor="b" anchorCtr="0">
            <a:spAutoFit/>
          </a:bodyPr>
          <a:lstStyle>
            <a:lvl1pPr>
              <a:defRPr sz="3200">
                <a:solidFill>
                  <a:schemeClr val="accent6"/>
                </a:solidFill>
                <a:effectLst/>
                <a:latin typeface="+mj-lt"/>
                <a:cs typeface="Verdana" panose="020B0604030504040204" pitchFamily="34" charset="0"/>
              </a:defRPr>
            </a:lvl1pPr>
          </a:lstStyle>
          <a:p>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a:xfrm>
            <a:off x="179387" y="1800000"/>
            <a:ext cx="6372000" cy="360000"/>
          </a:xfrm>
        </p:spPr>
        <p:txBody>
          <a:bodyPr>
            <a:noAutofit/>
          </a:bodyPr>
          <a:lstStyle>
            <a:lvl1pPr marL="0" indent="0">
              <a:buNone/>
              <a:defRPr sz="1800" baseline="0">
                <a:latin typeface="+mj-lt"/>
                <a:cs typeface="Verdana" panose="020B0604030504040204" pitchFamily="34" charset="0"/>
              </a:defRPr>
            </a:lvl1pPr>
          </a:lstStyle>
          <a:p>
            <a:r>
              <a:rPr lang="en-US" altLang="ja-JP" dirty="0" smtClean="0"/>
              <a:t>Enter the addressee as required.</a:t>
            </a:r>
            <a:endParaRPr lang="ja-JP" altLang="en-US" dirty="0"/>
          </a:p>
        </p:txBody>
      </p:sp>
      <p:sp>
        <p:nvSpPr>
          <p:cNvPr id="5" name="テキスト プレースホルダー"/>
          <p:cNvSpPr>
            <a:spLocks noGrp="1"/>
          </p:cNvSpPr>
          <p:nvPr>
            <p:ph type="body" sz="quarter" idx="10" hasCustomPrompt="1"/>
          </p:nvPr>
        </p:nvSpPr>
        <p:spPr bwMode="invGray">
          <a:xfrm>
            <a:off x="179513" y="4032000"/>
            <a:ext cx="6552727" cy="707886"/>
          </a:xfrm>
        </p:spPr>
        <p:txBody>
          <a:bodyPr wrap="square">
            <a:spAutoFit/>
          </a:bodyPr>
          <a:lstStyle>
            <a:lvl1pPr marL="0" indent="0">
              <a:buNone/>
              <a:defRPr sz="2000" baseline="0">
                <a:solidFill>
                  <a:schemeClr val="bg1"/>
                </a:solidFill>
                <a:latin typeface="+mn-lt"/>
                <a:cs typeface="Verdana" panose="020B0604030504040204" pitchFamily="34" charset="0"/>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br>
              <a:rPr kumimoji="1" lang="en-US" altLang="ja-JP" dirty="0" smtClean="0"/>
            </a:br>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298871571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blue)">
    <p:bg bwMode="ltGray">
      <p:bgPr>
        <a:solidFill>
          <a:schemeClr val="accent6"/>
        </a:solidFill>
        <a:effectLst/>
      </p:bgPr>
    </p:bg>
    <p:spTree>
      <p:nvGrpSpPr>
        <p:cNvPr id="1" name=""/>
        <p:cNvGrpSpPr/>
        <p:nvPr/>
      </p:nvGrpSpPr>
      <p:grpSpPr>
        <a:xfrm>
          <a:off x="0" y="0"/>
          <a:ext cx="0" cy="0"/>
          <a:chOff x="0" y="0"/>
          <a:chExt cx="0" cy="0"/>
        </a:xfrm>
      </p:grpSpPr>
      <p:pic>
        <p:nvPicPr>
          <p:cNvPr id="5" name="Background_TitleBlue"/>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13" name="タイトル"/>
          <p:cNvSpPr>
            <a:spLocks noGrp="1"/>
          </p:cNvSpPr>
          <p:nvPr>
            <p:ph type="title" hasCustomPrompt="1"/>
          </p:nvPr>
        </p:nvSpPr>
        <p:spPr bwMode="invGray">
          <a:xfrm>
            <a:off x="179513" y="2905844"/>
            <a:ext cx="8760432" cy="585866"/>
          </a:xfrm>
        </p:spPr>
        <p:txBody>
          <a:bodyPr vert="horz" lIns="91440" tIns="45720" rIns="91440" bIns="45720" rtlCol="0" anchor="b" anchorCtr="0">
            <a:spAutoFit/>
          </a:bodyPr>
          <a:lstStyle>
            <a:lvl1pPr>
              <a:defRPr lang="ja-JP" altLang="en-US" sz="3200" kern="0" dirty="0">
                <a:solidFill>
                  <a:schemeClr val="bg1"/>
                </a:solidFill>
                <a:effectLst/>
              </a:defRPr>
            </a:lvl1pPr>
          </a:lstStyle>
          <a:p>
            <a:pPr marL="0" lvl="0" defTabSz="914400" latinLnBrk="0"/>
            <a:r>
              <a:rPr kumimoji="1" lang="en-US" altLang="ja-JP" dirty="0" smtClean="0"/>
              <a:t>Enter the title.</a:t>
            </a:r>
            <a:endParaRPr kumimoji="1" lang="ja-JP" altLang="en-US" dirty="0"/>
          </a:p>
        </p:txBody>
      </p:sp>
      <p:sp>
        <p:nvSpPr>
          <p:cNvPr id="16" name="テキスト プレースホルダー"/>
          <p:cNvSpPr>
            <a:spLocks noGrp="1"/>
          </p:cNvSpPr>
          <p:nvPr>
            <p:ph type="body" sz="quarter" idx="10" hasCustomPrompt="1"/>
          </p:nvPr>
        </p:nvSpPr>
        <p:spPr bwMode="invGray">
          <a:xfrm>
            <a:off x="179513" y="3926256"/>
            <a:ext cx="6768975" cy="772006"/>
          </a:xfrm>
        </p:spPr>
        <p:txBody>
          <a:bodyPr wrap="square" tIns="45720">
            <a:spAutoFit/>
          </a:bodyPr>
          <a:lstStyle>
            <a:lvl1pPr marL="0" indent="0" algn="l">
              <a:buNone/>
              <a:defRPr sz="2000">
                <a:solidFill>
                  <a:schemeClr val="bg1"/>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p>
          <a:p>
            <a:pPr lvl="0"/>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327765625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rand Statement (move)">
    <p:spTree>
      <p:nvGrpSpPr>
        <p:cNvPr id="1" name=""/>
        <p:cNvGrpSpPr/>
        <p:nvPr/>
      </p:nvGrpSpPr>
      <p:grpSpPr>
        <a:xfrm>
          <a:off x="0" y="0"/>
          <a:ext cx="0" cy="0"/>
          <a:chOff x="0" y="0"/>
          <a:chExt cx="0" cy="0"/>
        </a:xfrm>
      </p:grpSpPr>
      <p:pic>
        <p:nvPicPr>
          <p:cNvPr id="11" name="orchest_blue_bas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gray">
          <a:xfrm>
            <a:off x="0" y="0"/>
            <a:ext cx="9144000" cy="6858000"/>
          </a:xfrm>
          <a:prstGeom prst="rect">
            <a:avLst/>
          </a:prstGeom>
        </p:spPr>
      </p:pic>
      <p:pic>
        <p:nvPicPr>
          <p:cNvPr id="12" name="逆光"/>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bwMode="gray">
          <a:xfrm>
            <a:off x="0" y="0"/>
            <a:ext cx="9144000" cy="6857999"/>
          </a:xfrm>
          <a:prstGeom prst="rect">
            <a:avLst/>
          </a:prstGeom>
        </p:spPr>
      </p:pic>
      <p:pic>
        <p:nvPicPr>
          <p:cNvPr id="13" name="縦ライン"/>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4" name="右上へ"/>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5" name="左下へ"/>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6" name="最後右へ"/>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grpSp>
        <p:nvGrpSpPr>
          <p:cNvPr id="18" name="グループ化 17"/>
          <p:cNvGrpSpPr/>
          <p:nvPr/>
        </p:nvGrpSpPr>
        <p:grpSpPr bwMode="gray">
          <a:xfrm>
            <a:off x="0" y="0"/>
            <a:ext cx="9144000" cy="6858000"/>
            <a:chOff x="0" y="0"/>
            <a:chExt cx="9144000" cy="6858000"/>
          </a:xfrm>
        </p:grpSpPr>
        <p:pic>
          <p:nvPicPr>
            <p:cNvPr id="19" name="white"/>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20" name="brighter_logo_poji"/>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96790" y="2146503"/>
              <a:ext cx="8466645" cy="993566"/>
            </a:xfrm>
            <a:prstGeom prst="rect">
              <a:avLst/>
            </a:prstGeom>
          </p:spPr>
        </p:pic>
        <p:pic>
          <p:nvPicPr>
            <p:cNvPr id="21" name="kaisetubun_3"/>
            <p:cNvPicPr>
              <a:picLocks noChangeAspect="1" noChangeArrowheads="1"/>
            </p:cNvPicPr>
            <p:nvPr userDrawn="1"/>
          </p:nvPicPr>
          <p:blipFill>
            <a:blip r:embed="rId10">
              <a:biLevel thresh="75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gray">
            <a:xfrm>
              <a:off x="1949688" y="3525123"/>
              <a:ext cx="61880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7" name="orchest_blue_base"/>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0" y="0"/>
            <a:ext cx="9144000" cy="6858000"/>
          </a:xfrm>
          <a:prstGeom prst="rect">
            <a:avLst/>
          </a:prstGeom>
        </p:spPr>
      </p:pic>
      <p:pic>
        <p:nvPicPr>
          <p:cNvPr id="22" name="逆光"/>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bwMode="gray">
          <a:xfrm>
            <a:off x="0" y="0"/>
            <a:ext cx="9144000" cy="6857999"/>
          </a:xfrm>
          <a:prstGeom prst="rect">
            <a:avLst/>
          </a:prstGeom>
        </p:spPr>
      </p:pic>
      <p:pic>
        <p:nvPicPr>
          <p:cNvPr id="23" name="縦ライン"/>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4" name="右上へ"/>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5" name="左下へ"/>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6" name="最後右へ"/>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grpSp>
        <p:nvGrpSpPr>
          <p:cNvPr id="27" name="グループ化 26"/>
          <p:cNvGrpSpPr/>
          <p:nvPr userDrawn="1"/>
        </p:nvGrpSpPr>
        <p:grpSpPr bwMode="gray">
          <a:xfrm>
            <a:off x="0" y="0"/>
            <a:ext cx="9144000" cy="6858000"/>
            <a:chOff x="0" y="0"/>
            <a:chExt cx="9144000" cy="6858000"/>
          </a:xfrm>
        </p:grpSpPr>
        <p:pic>
          <p:nvPicPr>
            <p:cNvPr id="28" name="white"/>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29" name="brighter_logo_poji"/>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96790" y="2146503"/>
              <a:ext cx="8466645" cy="993566"/>
            </a:xfrm>
            <a:prstGeom prst="rect">
              <a:avLst/>
            </a:prstGeom>
          </p:spPr>
        </p:pic>
        <p:pic>
          <p:nvPicPr>
            <p:cNvPr id="30" name="kaisetubun_3"/>
            <p:cNvPicPr>
              <a:picLocks noChangeAspect="1" noChangeArrowheads="1"/>
            </p:cNvPicPr>
            <p:nvPr userDrawn="1"/>
          </p:nvPicPr>
          <p:blipFill>
            <a:blip r:embed="rId10">
              <a:biLevel thresh="75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gray">
            <a:xfrm>
              <a:off x="1949688" y="3525123"/>
              <a:ext cx="61880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1627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80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1000"/>
                                        <p:tgtEl>
                                          <p:spTgt spid="23"/>
                                        </p:tgtEl>
                                      </p:cBhvr>
                                    </p:animEffect>
                                  </p:childTnLst>
                                </p:cTn>
                              </p:par>
                              <p:par>
                                <p:cTn id="8" presetID="22" presetClass="entr" presetSubtype="4" fill="hold" nodeType="withEffect">
                                  <p:stCondLst>
                                    <p:cond delay="190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1000"/>
                                        <p:tgtEl>
                                          <p:spTgt spid="24"/>
                                        </p:tgtEl>
                                      </p:cBhvr>
                                    </p:animEffect>
                                  </p:childTnLst>
                                </p:cTn>
                              </p:par>
                              <p:par>
                                <p:cTn id="11" presetID="22" presetClass="entr" presetSubtype="2" fill="hold" nodeType="withEffect">
                                  <p:stCondLst>
                                    <p:cond delay="2600"/>
                                  </p:stCondLst>
                                  <p:childTnLst>
                                    <p:set>
                                      <p:cBhvr>
                                        <p:cTn id="12" dur="1" fill="hold">
                                          <p:stCondLst>
                                            <p:cond delay="0"/>
                                          </p:stCondLst>
                                        </p:cTn>
                                        <p:tgtEl>
                                          <p:spTgt spid="25"/>
                                        </p:tgtEl>
                                        <p:attrNameLst>
                                          <p:attrName>style.visibility</p:attrName>
                                        </p:attrNameLst>
                                      </p:cBhvr>
                                      <p:to>
                                        <p:strVal val="visible"/>
                                      </p:to>
                                    </p:set>
                                    <p:animEffect transition="in" filter="wipe(right)">
                                      <p:cBhvr>
                                        <p:cTn id="13" dur="1000"/>
                                        <p:tgtEl>
                                          <p:spTgt spid="25"/>
                                        </p:tgtEl>
                                      </p:cBhvr>
                                    </p:animEffect>
                                  </p:childTnLst>
                                </p:cTn>
                              </p:par>
                              <p:par>
                                <p:cTn id="14" presetID="22" presetClass="entr" presetSubtype="8" fill="hold" nodeType="withEffect">
                                  <p:stCondLst>
                                    <p:cond delay="350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1000"/>
                                        <p:tgtEl>
                                          <p:spTgt spid="26"/>
                                        </p:tgtEl>
                                      </p:cBhvr>
                                    </p:animEffect>
                                  </p:childTnLst>
                                </p:cTn>
                              </p:par>
                            </p:childTnLst>
                          </p:cTn>
                        </p:par>
                        <p:par>
                          <p:cTn id="17" fill="hold">
                            <p:stCondLst>
                              <p:cond delay="4500"/>
                            </p:stCondLst>
                            <p:childTnLst>
                              <p:par>
                                <p:cTn id="18" presetID="10" presetClass="entr" presetSubtype="0"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00"/>
                                        <p:tgtEl>
                                          <p:spTgt spid="22"/>
                                        </p:tgtEl>
                                      </p:cBhvr>
                                    </p:animEffect>
                                  </p:childTnLst>
                                </p:cTn>
                              </p:par>
                              <p:par>
                                <p:cTn id="21" presetID="10" presetClass="exit" presetSubtype="0" fill="hold" nodeType="withEffect">
                                  <p:stCondLst>
                                    <p:cond delay="1000"/>
                                  </p:stCondLst>
                                  <p:childTnLst>
                                    <p:animEffect transition="out" filter="fade">
                                      <p:cBhvr>
                                        <p:cTn id="22" dur="800"/>
                                        <p:tgtEl>
                                          <p:spTgt spid="22"/>
                                        </p:tgtEl>
                                      </p:cBhvr>
                                    </p:animEffect>
                                    <p:set>
                                      <p:cBhvr>
                                        <p:cTn id="23" dur="1" fill="hold">
                                          <p:stCondLst>
                                            <p:cond delay="799"/>
                                          </p:stCondLst>
                                        </p:cTn>
                                        <p:tgtEl>
                                          <p:spTgt spid="22"/>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23"/>
                                        </p:tgtEl>
                                      </p:cBhvr>
                                    </p:animEffect>
                                    <p:set>
                                      <p:cBhvr>
                                        <p:cTn id="26" dur="1" fill="hold">
                                          <p:stCondLst>
                                            <p:cond delay="499"/>
                                          </p:stCondLst>
                                        </p:cTn>
                                        <p:tgtEl>
                                          <p:spTgt spid="23"/>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26"/>
                                        </p:tgtEl>
                                      </p:cBhvr>
                                    </p:animEffect>
                                    <p:set>
                                      <p:cBhvr>
                                        <p:cTn id="29" dur="1" fill="hold">
                                          <p:stCondLst>
                                            <p:cond delay="499"/>
                                          </p:stCondLst>
                                        </p:cTn>
                                        <p:tgtEl>
                                          <p:spTgt spid="26"/>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5"/>
                                        </p:tgtEl>
                                      </p:cBhvr>
                                    </p:animEffect>
                                    <p:set>
                                      <p:cBhvr>
                                        <p:cTn id="32" dur="1" fill="hold">
                                          <p:stCondLst>
                                            <p:cond delay="499"/>
                                          </p:stCondLst>
                                        </p:cTn>
                                        <p:tgtEl>
                                          <p:spTgt spid="25"/>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par>
                                <p:cTn id="36" presetID="10" presetClass="entr" presetSubtype="0" fill="hold" nodeType="withEffect">
                                  <p:stCondLst>
                                    <p:cond delay="50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1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rand Statement (still)">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112600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able of Contents">
    <p:spTree>
      <p:nvGrpSpPr>
        <p:cNvPr id="1" name=""/>
        <p:cNvGrpSpPr/>
        <p:nvPr/>
      </p:nvGrpSpPr>
      <p:grpSpPr>
        <a:xfrm>
          <a:off x="0" y="0"/>
          <a:ext cx="0" cy="0"/>
          <a:chOff x="0" y="0"/>
          <a:chExt cx="0" cy="0"/>
        </a:xfrm>
      </p:grpSpPr>
      <p:pic>
        <p:nvPicPr>
          <p:cNvPr id="3" name="Background_Contents"/>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2" name="タイトル"/>
          <p:cNvSpPr>
            <a:spLocks noGrp="1"/>
          </p:cNvSpPr>
          <p:nvPr>
            <p:ph type="title" hasCustomPrompt="1"/>
          </p:nvPr>
        </p:nvSpPr>
        <p:spPr bwMode="gray">
          <a:xfrm>
            <a:off x="1619672" y="430930"/>
            <a:ext cx="7344000" cy="405683"/>
          </a:xfrm>
        </p:spPr>
        <p:txBody>
          <a:bodyPr wrap="square" anchor="b">
            <a:spAutoFit/>
          </a:bodyPr>
          <a:lstStyle>
            <a:lvl1pPr>
              <a:defRPr b="0" baseline="0">
                <a:solidFill>
                  <a:schemeClr val="tx2">
                    <a:lumMod val="65000"/>
                    <a:lumOff val="35000"/>
                  </a:schemeClr>
                </a:solidFill>
              </a:defRPr>
            </a:lvl1pPr>
          </a:lstStyle>
          <a:p>
            <a:r>
              <a:rPr kumimoji="1" lang="en-US" altLang="ja-JP" dirty="0" smtClean="0"/>
              <a:t>Enter the title of the table of contents.</a:t>
            </a:r>
            <a:endParaRPr kumimoji="1" lang="ja-JP" altLang="en-US" dirty="0"/>
          </a:p>
        </p:txBody>
      </p:sp>
      <p:sp>
        <p:nvSpPr>
          <p:cNvPr id="5" name="テキスト プレースホルダー"/>
          <p:cNvSpPr>
            <a:spLocks noGrp="1"/>
          </p:cNvSpPr>
          <p:nvPr>
            <p:ph type="body" sz="quarter" idx="10" hasCustomPrompt="1"/>
          </p:nvPr>
        </p:nvSpPr>
        <p:spPr bwMode="gray">
          <a:xfrm>
            <a:off x="1619672" y="1116000"/>
            <a:ext cx="7344000" cy="5112000"/>
          </a:xfrm>
        </p:spPr>
        <p:txBody>
          <a:bodyPr wrap="square">
            <a:noAutofit/>
          </a:bodyPr>
          <a:lstStyle>
            <a:lvl1pPr marL="0" indent="0">
              <a:lnSpc>
                <a:spcPct val="140000"/>
              </a:lnSpc>
              <a:spcBef>
                <a:spcPts val="500"/>
              </a:spcBef>
              <a:buNone/>
              <a:defRPr sz="2200" b="0">
                <a:solidFill>
                  <a:schemeClr val="tx1"/>
                </a:solidFill>
              </a:defRPr>
            </a:lvl1pPr>
            <a:lvl2pPr marL="180000" indent="0">
              <a:lnSpc>
                <a:spcPct val="100000"/>
              </a:lnSpc>
              <a:spcBef>
                <a:spcPts val="500"/>
              </a:spcBef>
              <a:buNone/>
              <a:defRPr sz="1800" b="0">
                <a:solidFill>
                  <a:schemeClr val="tx1"/>
                </a:solidFill>
              </a:defRPr>
            </a:lvl2pPr>
            <a:lvl3pPr marL="360000" indent="0">
              <a:lnSpc>
                <a:spcPct val="100000"/>
              </a:lnSpc>
              <a:spcBef>
                <a:spcPts val="500"/>
              </a:spcBef>
              <a:buNone/>
              <a:defRPr b="0" baseline="0">
                <a:solidFill>
                  <a:schemeClr val="tx1"/>
                </a:solidFill>
              </a:defRPr>
            </a:lvl3pPr>
            <a:lvl4pPr marL="540000" indent="0">
              <a:lnSpc>
                <a:spcPct val="100000"/>
              </a:lnSpc>
              <a:spcBef>
                <a:spcPts val="500"/>
              </a:spcBef>
              <a:buNone/>
              <a:defRPr b="0">
                <a:solidFill>
                  <a:schemeClr val="tx1"/>
                </a:solidFill>
              </a:defRPr>
            </a:lvl4pPr>
            <a:lvl5pPr marL="685800" indent="0">
              <a:buNone/>
              <a:defRPr b="0"/>
            </a:lvl5pPr>
          </a:lstStyle>
          <a:p>
            <a:pPr lvl="0"/>
            <a:r>
              <a:rPr kumimoji="1" lang="en-US" altLang="ja-JP" dirty="0" smtClean="0"/>
              <a:t>Enter the items in the table of contents.</a:t>
            </a:r>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7878563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Section Header">
    <p:spTree>
      <p:nvGrpSpPr>
        <p:cNvPr id="1" name=""/>
        <p:cNvGrpSpPr/>
        <p:nvPr/>
      </p:nvGrpSpPr>
      <p:grpSpPr>
        <a:xfrm>
          <a:off x="0" y="0"/>
          <a:ext cx="0" cy="0"/>
          <a:chOff x="0" y="0"/>
          <a:chExt cx="0" cy="0"/>
        </a:xfrm>
      </p:grpSpPr>
      <p:pic>
        <p:nvPicPr>
          <p:cNvPr id="3" name="Background_SectionHeade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2" name="タイトル"/>
          <p:cNvSpPr>
            <a:spLocks noGrp="1"/>
          </p:cNvSpPr>
          <p:nvPr>
            <p:ph type="title" hasCustomPrompt="1"/>
          </p:nvPr>
        </p:nvSpPr>
        <p:spPr bwMode="invGray">
          <a:xfrm>
            <a:off x="179388" y="3045072"/>
            <a:ext cx="8784000" cy="467239"/>
          </a:xfrm>
        </p:spPr>
        <p:txBody>
          <a:bodyPr wrap="square" anchor="b">
            <a:spAutoFit/>
          </a:bodyPr>
          <a:lstStyle>
            <a:lvl1pPr>
              <a:defRPr sz="2800" b="0">
                <a:solidFill>
                  <a:schemeClr val="bg1"/>
                </a:solidFill>
              </a:defRPr>
            </a:lvl1pPr>
          </a:lstStyle>
          <a:p>
            <a:r>
              <a:rPr kumimoji="1" lang="en-US" altLang="ja-JP" dirty="0" smtClean="0"/>
              <a:t>Enter the title.</a:t>
            </a:r>
            <a:endParaRPr kumimoji="1" lang="ja-JP" altLang="en-US" dirty="0"/>
          </a:p>
        </p:txBody>
      </p:sp>
      <p:sp>
        <p:nvSpPr>
          <p:cNvPr id="5" name="テキスト プレースホルダー"/>
          <p:cNvSpPr>
            <a:spLocks noGrp="1"/>
          </p:cNvSpPr>
          <p:nvPr>
            <p:ph type="body" sz="quarter" idx="10" hasCustomPrompt="1"/>
          </p:nvPr>
        </p:nvSpPr>
        <p:spPr bwMode="gray">
          <a:xfrm>
            <a:off x="179388" y="3852000"/>
            <a:ext cx="7200900" cy="1269578"/>
          </a:xfrm>
        </p:spPr>
        <p:txBody>
          <a:bodyPr>
            <a:spAutoFit/>
          </a:bodyPr>
          <a:lstStyle>
            <a:lvl1pPr marL="0" indent="0">
              <a:buNone/>
              <a:defRPr b="0">
                <a:latin typeface="+mn-lt"/>
              </a:defRPr>
            </a:lvl1pPr>
            <a:lvl2pPr marL="72000" indent="0">
              <a:buNone/>
              <a:defRPr sz="1800" b="0">
                <a:latin typeface="+mn-lt"/>
              </a:defRPr>
            </a:lvl2pPr>
            <a:lvl3pPr marL="222962" indent="0">
              <a:buNone/>
              <a:defRPr b="0">
                <a:latin typeface="+mn-lt"/>
              </a:defRPr>
            </a:lvl3pPr>
            <a:lvl4pPr marL="327787" indent="0">
              <a:buNone/>
              <a:defRPr b="0">
                <a:latin typeface="+mn-lt"/>
              </a:defRPr>
            </a:lvl4pPr>
            <a:lvl5pPr marL="311400" indent="0">
              <a:buNone/>
              <a:defRPr b="0"/>
            </a:lvl5pPr>
          </a:lstStyle>
          <a:p>
            <a:pPr lvl="0"/>
            <a:r>
              <a:rPr kumimoji="1" lang="en-US" altLang="ja-JP" dirty="0" smtClean="0"/>
              <a:t>Enter the subtitle.</a:t>
            </a:r>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417625690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white)">
    <p:spTree>
      <p:nvGrpSpPr>
        <p:cNvPr id="1" name=""/>
        <p:cNvGrpSpPr/>
        <p:nvPr/>
      </p:nvGrpSpPr>
      <p:grpSpPr>
        <a:xfrm>
          <a:off x="0" y="0"/>
          <a:ext cx="0" cy="0"/>
          <a:chOff x="0" y="0"/>
          <a:chExt cx="0" cy="0"/>
        </a:xfrm>
      </p:grpSpPr>
      <p:pic>
        <p:nvPicPr>
          <p:cNvPr id="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tIns="45720" bIns="45720">
            <a:normAutofit/>
          </a:bodyPr>
          <a:lstStyle>
            <a:lvl1pPr>
              <a:defRPr sz="2400" b="0">
                <a:solidFill>
                  <a:schemeClr val="bg1"/>
                </a:solidFill>
              </a:defRPr>
            </a:lvl1pPr>
          </a:lstStyle>
          <a:p>
            <a:r>
              <a:rPr kumimoji="1" lang="en-US" altLang="ja-JP" dirty="0" smtClean="0"/>
              <a:t>Enter the title.</a:t>
            </a:r>
            <a:endParaRPr kumimoji="1" lang="ja-JP" altLang="en-US" dirty="0"/>
          </a:p>
        </p:txBody>
      </p:sp>
    </p:spTree>
    <p:extLst>
      <p:ext uri="{BB962C8B-B14F-4D97-AF65-F5344CB8AC3E}">
        <p14:creationId xmlns:p14="http://schemas.microsoft.com/office/powerpoint/2010/main" val="339900988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Content(white)">
    <p:spTree>
      <p:nvGrpSpPr>
        <p:cNvPr id="1" name=""/>
        <p:cNvGrpSpPr/>
        <p:nvPr/>
      </p:nvGrpSpPr>
      <p:grpSpPr>
        <a:xfrm>
          <a:off x="0" y="0"/>
          <a:ext cx="0" cy="0"/>
          <a:chOff x="0" y="0"/>
          <a:chExt cx="0" cy="0"/>
        </a:xfrm>
      </p:grpSpPr>
      <p:pic>
        <p:nvPicPr>
          <p:cNvPr id="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latin typeface="+mj-lt"/>
                <a:cs typeface="Verdana" panose="020B0604030504040204" pitchFamily="34" charset="0"/>
              </a:defRPr>
            </a:lvl1pPr>
          </a:lstStyle>
          <a:p>
            <a:pPr lvl="0"/>
            <a:r>
              <a:rPr kumimoji="1" lang="en-US" altLang="ja-JP" dirty="0" smtClean="0"/>
              <a:t>Enter the title.</a:t>
            </a:r>
            <a:endParaRPr kumimoji="1" lang="ja-JP" altLang="en-US" dirty="0"/>
          </a:p>
        </p:txBody>
      </p:sp>
      <p:sp>
        <p:nvSpPr>
          <p:cNvPr id="12" name="コンテンツ プレースホルダー"/>
          <p:cNvSpPr>
            <a:spLocks noGrp="1"/>
          </p:cNvSpPr>
          <p:nvPr>
            <p:ph sz="quarter" idx="10" hasCustomPrompt="1"/>
          </p:nvPr>
        </p:nvSpPr>
        <p:spPr bwMode="gray">
          <a:xfrm>
            <a:off x="179512" y="836712"/>
            <a:ext cx="8784976" cy="5616476"/>
          </a:xfrm>
        </p:spPr>
        <p:txBody>
          <a:bodyPr vert="horz" lIns="91440" tIns="45720" rIns="91440" bIns="45720" rtlCol="0">
            <a:normAutofit/>
          </a:bodyPr>
          <a:lstStyle>
            <a:lvl1pPr>
              <a:defRPr lang="ja-JP" altLang="en-US" baseline="0" noProof="0" dirty="0" smtClean="0">
                <a:latin typeface="Verdana" panose="020B0604030504040204" pitchFamily="34" charset="0"/>
                <a:cs typeface="Verdana" panose="020B0604030504040204" pitchFamily="34" charset="0"/>
              </a:defRPr>
            </a:lvl1pPr>
            <a:lvl2pPr>
              <a:defRPr lang="ja-JP" altLang="en-US" noProof="0" dirty="0" smtClean="0">
                <a:latin typeface="Verdana" panose="020B0604030504040204" pitchFamily="34" charset="0"/>
                <a:cs typeface="Verdana" panose="020B0604030504040204" pitchFamily="34" charset="0"/>
              </a:defRPr>
            </a:lvl2pPr>
            <a:lvl3pPr marL="466725" indent="-107950">
              <a:defRPr lang="ja-JP" altLang="en-US" noProof="0" dirty="0" smtClean="0">
                <a:latin typeface="Verdana" panose="020B0604030504040204" pitchFamily="34" charset="0"/>
                <a:cs typeface="Verdana" panose="020B0604030504040204" pitchFamily="34" charset="0"/>
              </a:defRPr>
            </a:lvl3pPr>
            <a:lvl4pPr>
              <a:defRPr lang="ja-JP" altLang="en-US" noProof="0" dirty="0" smtClean="0">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08339288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ead 1 line &amp; Content(white)">
    <p:spTree>
      <p:nvGrpSpPr>
        <p:cNvPr id="1" name=""/>
        <p:cNvGrpSpPr/>
        <p:nvPr/>
      </p:nvGrpSpPr>
      <p:grpSpPr>
        <a:xfrm>
          <a:off x="0" y="0"/>
          <a:ext cx="0" cy="0"/>
          <a:chOff x="0" y="0"/>
          <a:chExt cx="0" cy="0"/>
        </a:xfrm>
      </p:grpSpPr>
      <p:pic>
        <p:nvPicPr>
          <p:cNvPr id="102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baseline="0">
                <a:solidFill>
                  <a:schemeClr val="bg1"/>
                </a:solidFill>
                <a:latin typeface="+mj-lt"/>
                <a:cs typeface="Verdana" panose="020B0604030504040204" pitchFamily="34" charset="0"/>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2" name="コンテンツ プレースホルダー"/>
          <p:cNvSpPr>
            <a:spLocks noGrp="1"/>
          </p:cNvSpPr>
          <p:nvPr>
            <p:ph sz="quarter" idx="10" hasCustomPrompt="1"/>
          </p:nvPr>
        </p:nvSpPr>
        <p:spPr bwMode="gray">
          <a:xfrm>
            <a:off x="179388" y="1413188"/>
            <a:ext cx="8785225"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1434664242"/>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ead 2 lines &amp; Content(white)">
    <p:spTree>
      <p:nvGrpSpPr>
        <p:cNvPr id="1" name=""/>
        <p:cNvGrpSpPr/>
        <p:nvPr/>
      </p:nvGrpSpPr>
      <p:grpSpPr>
        <a:xfrm>
          <a:off x="0" y="0"/>
          <a:ext cx="0" cy="0"/>
          <a:chOff x="0" y="0"/>
          <a:chExt cx="0" cy="0"/>
        </a:xfrm>
      </p:grpSpPr>
      <p:pic>
        <p:nvPicPr>
          <p:cNvPr id="7"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9"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two-line headline</a:t>
            </a:r>
            <a:endParaRPr kumimoji="1" lang="ja-JP" altLang="en-US" dirty="0"/>
          </a:p>
        </p:txBody>
      </p:sp>
      <p:sp>
        <p:nvSpPr>
          <p:cNvPr id="10" name="コンテンツ プレースホルダー"/>
          <p:cNvSpPr>
            <a:spLocks noGrp="1"/>
          </p:cNvSpPr>
          <p:nvPr>
            <p:ph sz="quarter" idx="10" hasCustomPrompt="1"/>
          </p:nvPr>
        </p:nvSpPr>
        <p:spPr bwMode="gray">
          <a:xfrm>
            <a:off x="178412" y="1737188"/>
            <a:ext cx="8784976" cy="4714412"/>
          </a:xfrm>
        </p:spPr>
        <p:txBody>
          <a:bodyPr vert="horz" lIns="90000" tIns="45720" rIns="90000" bIns="45720" rtlCol="0">
            <a:noAutofit/>
          </a:bodyPr>
          <a:lstStyle>
            <a:lvl1pPr>
              <a:defRPr lang="ja-JP" altLang="en-US" i="0" u="none" strike="noStrike" kern="0" cap="none" spc="0" normalizeH="0" baseline="0" dirty="0" smtClean="0">
                <a:ln>
                  <a:noFill/>
                </a:ln>
                <a:solidFill>
                  <a:srgbClr val="000000"/>
                </a:solidFill>
                <a:effectLst/>
                <a:uLnTx/>
                <a:uFillTx/>
                <a:latin typeface="+mn-lt"/>
              </a:defRPr>
            </a:lvl1pPr>
            <a:lvl2pPr>
              <a:defRPr lang="ja-JP" altLang="en-US" i="0" u="none" strike="noStrike" kern="0" cap="none" spc="0" normalizeH="0" baseline="0" dirty="0" smtClean="0">
                <a:ln>
                  <a:noFill/>
                </a:ln>
                <a:solidFill>
                  <a:srgbClr val="000000"/>
                </a:solidFill>
                <a:effectLst/>
                <a:uLnTx/>
                <a:uFillTx/>
                <a:latin typeface="+mn-lt"/>
              </a:defRPr>
            </a:lvl2pPr>
            <a:lvl3pPr>
              <a:defRPr lang="ja-JP" altLang="en-US" i="0" u="none" strike="noStrike" kern="0" cap="none" spc="0" normalizeH="0" baseline="0" dirty="0" smtClean="0">
                <a:ln>
                  <a:noFill/>
                </a:ln>
                <a:solidFill>
                  <a:srgbClr val="000000"/>
                </a:solidFill>
                <a:effectLst/>
                <a:uLnTx/>
                <a:uFillTx/>
                <a:latin typeface="+mn-lt"/>
              </a:defRPr>
            </a:lvl3pPr>
            <a:lvl4pPr>
              <a:defRPr lang="ja-JP" altLang="en-US" i="0" u="none" strike="noStrike" kern="0" cap="none" spc="0" normalizeH="0" baseline="0" dirty="0" smtClean="0">
                <a:ln>
                  <a:noFill/>
                </a:ln>
                <a:solidFill>
                  <a:srgbClr val="000000"/>
                </a:solidFill>
                <a:effectLst/>
                <a:uLnTx/>
                <a:uFillTx/>
                <a:latin typeface="+mn-lt"/>
              </a:defRPr>
            </a:lvl4pPr>
          </a:lstStyle>
          <a:p>
            <a:pPr marR="0" lvl="0" defTabSz="914400" eaLnBrk="0" latinLnBrk="0">
              <a:lnSpc>
                <a:spcPct val="100000"/>
              </a:lnSpc>
              <a:buClr>
                <a:srgbClr val="002B62"/>
              </a:buClr>
              <a:buSzTx/>
              <a:tabLst/>
            </a:pPr>
            <a:r>
              <a:rPr kumimoji="1" lang="en-US" altLang="ja-JP" dirty="0" smtClean="0"/>
              <a:t>Enter the text.</a:t>
            </a:r>
            <a:endParaRPr kumimoji="1" lang="ja-JP" altLang="en-US" dirty="0" smtClean="0"/>
          </a:p>
          <a:p>
            <a:pPr marR="0" lvl="1" defTabSz="914400" eaLnBrk="0" latinLnBrk="0">
              <a:lnSpc>
                <a:spcPct val="100000"/>
              </a:lnSpc>
              <a:buClr>
                <a:srgbClr val="002B62"/>
              </a:buClr>
              <a:buSzTx/>
              <a:tabLst/>
            </a:pPr>
            <a:r>
              <a:rPr kumimoji="1" lang="en-US" altLang="ja-JP" dirty="0" smtClean="0"/>
              <a:t>Second level</a:t>
            </a:r>
            <a:endParaRPr kumimoji="1" lang="ja-JP" altLang="en-US" dirty="0" smtClean="0"/>
          </a:p>
          <a:p>
            <a:pPr marR="0" lvl="2" defTabSz="914400" eaLnBrk="0" latinLnBrk="0">
              <a:lnSpc>
                <a:spcPct val="100000"/>
              </a:lnSpc>
              <a:buClr>
                <a:srgbClr val="002B62"/>
              </a:buClr>
              <a:buSzTx/>
              <a:tabLst/>
            </a:pPr>
            <a:r>
              <a:rPr kumimoji="1" lang="en-US" altLang="ja-JP" dirty="0" smtClean="0"/>
              <a:t>Third level</a:t>
            </a:r>
            <a:endParaRPr kumimoji="1" lang="ja-JP" altLang="en-US" dirty="0" smtClean="0"/>
          </a:p>
          <a:p>
            <a:pPr marR="0" lvl="3" defTabSz="914400" eaLnBrk="0" latinLnBrk="0">
              <a:lnSpc>
                <a:spcPct val="100000"/>
              </a:lnSpc>
              <a:buClr>
                <a:srgbClr val="002B62"/>
              </a:buClr>
              <a:buSzTx/>
              <a:tabLst/>
            </a:pPr>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8692444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white)">
    <p:spTree>
      <p:nvGrpSpPr>
        <p:cNvPr id="1" name=""/>
        <p:cNvGrpSpPr/>
        <p:nvPr/>
      </p:nvGrpSpPr>
      <p:grpSpPr>
        <a:xfrm>
          <a:off x="0" y="0"/>
          <a:ext cx="0" cy="0"/>
          <a:chOff x="0" y="0"/>
          <a:chExt cx="0" cy="0"/>
        </a:xfrm>
      </p:grpSpPr>
      <p:pic>
        <p:nvPicPr>
          <p:cNvPr id="10"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コンテンツ プレースホルダー"/>
          <p:cNvSpPr>
            <a:spLocks noGrp="1"/>
          </p:cNvSpPr>
          <p:nvPr>
            <p:ph sz="quarter" idx="10" hasCustomPrompt="1"/>
          </p:nvPr>
        </p:nvSpPr>
        <p:spPr bwMode="gray">
          <a:xfrm>
            <a:off x="179388"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mn-lt"/>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
        <p:nvSpPr>
          <p:cNvPr id="7" name="コンテンツ プレースホルダー"/>
          <p:cNvSpPr>
            <a:spLocks noGrp="1"/>
          </p:cNvSpPr>
          <p:nvPr>
            <p:ph sz="quarter" idx="11" hasCustomPrompt="1"/>
          </p:nvPr>
        </p:nvSpPr>
        <p:spPr bwMode="gray">
          <a:xfrm>
            <a:off x="4716613"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mn-lt"/>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6132828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568642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blue)">
    <p:bg bwMode="ltGray">
      <p:bgPr>
        <a:solidFill>
          <a:schemeClr val="accent6"/>
        </a:solidFill>
        <a:effectLst/>
      </p:bgPr>
    </p:bg>
    <p:spTree>
      <p:nvGrpSpPr>
        <p:cNvPr id="1" name=""/>
        <p:cNvGrpSpPr/>
        <p:nvPr/>
      </p:nvGrpSpPr>
      <p:grpSpPr>
        <a:xfrm>
          <a:off x="0" y="0"/>
          <a:ext cx="0" cy="0"/>
          <a:chOff x="0" y="0"/>
          <a:chExt cx="0" cy="0"/>
        </a:xfrm>
      </p:grpSpPr>
      <p:pic>
        <p:nvPicPr>
          <p:cNvPr id="3" name="図 2"/>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Tree>
    <p:extLst>
      <p:ext uri="{BB962C8B-B14F-4D97-AF65-F5344CB8AC3E}">
        <p14:creationId xmlns:p14="http://schemas.microsoft.com/office/powerpoint/2010/main" val="1620020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Content(blue)">
    <p:bg bwMode="ltGray">
      <p:bgPr>
        <a:solidFill>
          <a:schemeClr val="accent6"/>
        </a:solidFill>
        <a:effectLst/>
      </p:bgPr>
    </p:bg>
    <p:spTree>
      <p:nvGrpSpPr>
        <p:cNvPr id="1" name=""/>
        <p:cNvGrpSpPr/>
        <p:nvPr/>
      </p:nvGrpSpPr>
      <p:grpSpPr>
        <a:xfrm>
          <a:off x="0" y="0"/>
          <a:ext cx="0" cy="0"/>
          <a:chOff x="0" y="0"/>
          <a:chExt cx="0" cy="0"/>
        </a:xfrm>
      </p:grpSpPr>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8784976"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273541170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ad 1 line &amp; Content(blue)">
    <p:bg bwMode="ltGray">
      <p:bgPr>
        <a:solidFill>
          <a:schemeClr val="accent6"/>
        </a:solidFill>
        <a:effectLst/>
      </p:bgPr>
    </p:bg>
    <p:spTree>
      <p:nvGrpSpPr>
        <p:cNvPr id="1" name=""/>
        <p:cNvGrpSpPr/>
        <p:nvPr/>
      </p:nvGrpSpPr>
      <p:grpSpPr>
        <a:xfrm>
          <a:off x="0" y="0"/>
          <a:ext cx="0" cy="0"/>
          <a:chOff x="0" y="0"/>
          <a:chExt cx="0" cy="0"/>
        </a:xfrm>
      </p:grpSpPr>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when the leading sentence is written on one line.</a:t>
            </a:r>
            <a:endParaRPr kumimoji="1" lang="ja-JP" altLang="en-US" dirty="0"/>
          </a:p>
        </p:txBody>
      </p:sp>
      <p:sp>
        <p:nvSpPr>
          <p:cNvPr id="8" name="コンテンツ プレースホルダー"/>
          <p:cNvSpPr>
            <a:spLocks noGrp="1"/>
          </p:cNvSpPr>
          <p:nvPr>
            <p:ph sz="quarter" idx="10" hasCustomPrompt="1"/>
          </p:nvPr>
        </p:nvSpPr>
        <p:spPr bwMode="gray">
          <a:xfrm>
            <a:off x="179512" y="1414800"/>
            <a:ext cx="8784976" cy="5040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405480195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ad 2 lines &amp; Content(blue)">
    <p:bg bwMode="ltGray">
      <p:bgPr>
        <a:solidFill>
          <a:schemeClr val="accent6"/>
        </a:solidFill>
        <a:effectLst/>
      </p:bgPr>
    </p:bg>
    <p:spTree>
      <p:nvGrpSpPr>
        <p:cNvPr id="1" name=""/>
        <p:cNvGrpSpPr/>
        <p:nvPr/>
      </p:nvGrpSpPr>
      <p:grpSpPr>
        <a:xfrm>
          <a:off x="0" y="0"/>
          <a:ext cx="0" cy="0"/>
          <a:chOff x="0" y="0"/>
          <a:chExt cx="0" cy="0"/>
        </a:xfrm>
      </p:grpSpPr>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8" name="コンテンツ プレースホルダー"/>
          <p:cNvSpPr>
            <a:spLocks noGrp="1"/>
          </p:cNvSpPr>
          <p:nvPr>
            <p:ph sz="quarter" idx="10" hasCustomPrompt="1"/>
          </p:nvPr>
        </p:nvSpPr>
        <p:spPr bwMode="gray">
          <a:xfrm>
            <a:off x="179512" y="1738800"/>
            <a:ext cx="8784976" cy="47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79497443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blue)">
    <p:bg bwMode="ltGray">
      <p:bgPr>
        <a:solidFill>
          <a:schemeClr val="accent6"/>
        </a:solidFill>
        <a:effectLst/>
      </p:bgPr>
    </p:bg>
    <p:spTree>
      <p:nvGrpSpPr>
        <p:cNvPr id="1" name=""/>
        <p:cNvGrpSpPr/>
        <p:nvPr/>
      </p:nvGrpSpPr>
      <p:grpSpPr>
        <a:xfrm>
          <a:off x="0" y="0"/>
          <a:ext cx="0" cy="0"/>
          <a:chOff x="0" y="0"/>
          <a:chExt cx="0" cy="0"/>
        </a:xfrm>
      </p:grpSpPr>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コンテンツ プレースホルダー"/>
          <p:cNvSpPr>
            <a:spLocks noGrp="1"/>
          </p:cNvSpPr>
          <p:nvPr>
            <p:ph sz="quarter" idx="11" hasCustomPrompt="1"/>
          </p:nvPr>
        </p:nvSpPr>
        <p:spPr bwMode="gray">
          <a:xfrm>
            <a:off x="4715513"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4628074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nk(blue)">
    <p:bg bwMode="ltGray">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63507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rporate Mark">
    <p:spTree>
      <p:nvGrpSpPr>
        <p:cNvPr id="1" name=""/>
        <p:cNvGrpSpPr/>
        <p:nvPr/>
      </p:nvGrpSpPr>
      <p:grpSpPr>
        <a:xfrm>
          <a:off x="0" y="0"/>
          <a:ext cx="0" cy="0"/>
          <a:chOff x="0" y="0"/>
          <a:chExt cx="0" cy="0"/>
        </a:xfrm>
      </p:grpSpPr>
      <p:pic>
        <p:nvPicPr>
          <p:cNvPr id="2"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3"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spTree>
    <p:extLst>
      <p:ext uri="{BB962C8B-B14F-4D97-AF65-F5344CB8AC3E}">
        <p14:creationId xmlns:p14="http://schemas.microsoft.com/office/powerpoint/2010/main" val="94308015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pic>
        <p:nvPicPr>
          <p:cNvPr id="4" name="Footer"/>
          <p:cNvPicPr>
            <a:picLocks noChangeAspect="1"/>
          </p:cNvPicPr>
          <p:nvPr/>
        </p:nvPicPr>
        <p:blipFill>
          <a:blip r:embed="rId21">
            <a:extLst>
              <a:ext uri="{28A0092B-C50C-407E-A947-70E740481C1C}">
                <a14:useLocalDpi xmlns:a14="http://schemas.microsoft.com/office/drawing/2010/main" val="0"/>
              </a:ext>
            </a:extLst>
          </a:blip>
          <a:stretch>
            <a:fillRect/>
          </a:stretch>
        </p:blipFill>
        <p:spPr bwMode="invGray">
          <a:xfrm>
            <a:off x="0" y="6549391"/>
            <a:ext cx="9143999" cy="308609"/>
          </a:xfrm>
          <a:prstGeom prst="rect">
            <a:avLst/>
          </a:prstGeom>
        </p:spPr>
      </p:pic>
      <p:sp>
        <p:nvSpPr>
          <p:cNvPr id="2" name="タイトル プレースホルダー"/>
          <p:cNvSpPr>
            <a:spLocks noGrp="1"/>
          </p:cNvSpPr>
          <p:nvPr>
            <p:ph type="title"/>
          </p:nvPr>
        </p:nvSpPr>
        <p:spPr bwMode="gray">
          <a:xfrm>
            <a:off x="179387" y="108000"/>
            <a:ext cx="8785225" cy="468000"/>
          </a:xfrm>
          <a:prstGeom prst="rect">
            <a:avLst/>
          </a:prstGeom>
        </p:spPr>
        <p:txBody>
          <a:bodyPr vert="horz" lIns="91440" tIns="45720" rIns="91440" bIns="45720" rtlCol="0" anchor="ctr">
            <a:noAutofit/>
          </a:bodyPr>
          <a:lstStyle/>
          <a:p>
            <a:r>
              <a:rPr kumimoji="1" lang="en-US" altLang="ja-JP" dirty="0" smtClean="0"/>
              <a:t>Formatting for the master title</a:t>
            </a:r>
            <a:endParaRPr kumimoji="1" lang="ja-JP" altLang="en-US" dirty="0"/>
          </a:p>
        </p:txBody>
      </p:sp>
      <p:sp>
        <p:nvSpPr>
          <p:cNvPr id="3" name="テキスト プレースホルダー"/>
          <p:cNvSpPr>
            <a:spLocks noGrp="1"/>
          </p:cNvSpPr>
          <p:nvPr>
            <p:ph type="body" idx="1"/>
          </p:nvPr>
        </p:nvSpPr>
        <p:spPr bwMode="gray">
          <a:xfrm>
            <a:off x="179387" y="836614"/>
            <a:ext cx="8785226" cy="5616574"/>
          </a:xfrm>
          <a:prstGeom prst="rect">
            <a:avLst/>
          </a:prstGeom>
        </p:spPr>
        <p:txBody>
          <a:bodyPr vert="horz" lIns="91440" tIns="45720" rIns="91440" bIns="45720" rtlCol="0">
            <a:normAutofit/>
          </a:bodyPr>
          <a:lstStyle/>
          <a:p>
            <a:pPr lvl="0"/>
            <a:r>
              <a:rPr kumimoji="1" lang="en-US" altLang="ja-JP" dirty="0" smtClean="0"/>
              <a:t>Formatting for the master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PageNumber"/>
          <p:cNvSpPr txBox="1"/>
          <p:nvPr/>
        </p:nvSpPr>
        <p:spPr bwMode="black">
          <a:xfrm>
            <a:off x="168810" y="6597840"/>
            <a:ext cx="684000" cy="234000"/>
          </a:xfrm>
          <a:prstGeom prst="rect">
            <a:avLst/>
          </a:prstGeom>
          <a:noFill/>
        </p:spPr>
        <p:txBody>
          <a:bodyPr wrap="none" tIns="4572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0" i="0" u="none" strike="noStrike" kern="1200" cap="none" spc="0" normalizeH="0" baseline="0" noProof="0" smtClean="0">
                <a:ln>
                  <a:noFill/>
                </a:ln>
                <a:solidFill>
                  <a:srgbClr val="FFFFFF"/>
                </a:solidFill>
                <a:effectLst/>
                <a:uLnTx/>
                <a:uFillTx/>
                <a:latin typeface="Verdana" panose="020B0604030504040204" pitchFamily="34" charset="0"/>
                <a:ea typeface="+mn-ea"/>
                <a:cs typeface="Verdana" panose="020B060403050404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smtClean="0">
              <a:ln>
                <a:noFill/>
              </a:ln>
              <a:solidFill>
                <a:srgbClr val="FFFFFF"/>
              </a:solidFill>
              <a:effectLst/>
              <a:uLnTx/>
              <a:uFillTx/>
              <a:latin typeface="Verdana" panose="020B0604030504040204" pitchFamily="34" charset="0"/>
              <a:ea typeface="+mn-ea"/>
              <a:cs typeface="Verdana" panose="020B0604030504040204" pitchFamily="34" charset="0"/>
            </a:endParaRPr>
          </a:p>
        </p:txBody>
      </p:sp>
      <p:sp>
        <p:nvSpPr>
          <p:cNvPr id="9" name="Credit"/>
          <p:cNvSpPr txBox="1"/>
          <p:nvPr/>
        </p:nvSpPr>
        <p:spPr bwMode="black">
          <a:xfrm>
            <a:off x="1096858" y="6597840"/>
            <a:ext cx="1638590" cy="230832"/>
          </a:xfrm>
          <a:prstGeom prst="rect">
            <a:avLst/>
          </a:prstGeom>
          <a:noFill/>
        </p:spPr>
        <p:txBody>
          <a:bodyPr wrap="none" tIns="4572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 NEC Corporation 2015</a:t>
            </a:r>
          </a:p>
        </p:txBody>
      </p:sp>
      <p:sp>
        <p:nvSpPr>
          <p:cNvPr id="10" name="Confidential"/>
          <p:cNvSpPr txBox="1"/>
          <p:nvPr/>
        </p:nvSpPr>
        <p:spPr bwMode="black">
          <a:xfrm>
            <a:off x="3621250" y="6597840"/>
            <a:ext cx="1882247" cy="230832"/>
          </a:xfrm>
          <a:prstGeom prst="rect">
            <a:avLst/>
          </a:prstGeom>
          <a:noFill/>
        </p:spPr>
        <p:txBody>
          <a:bodyPr wrap="none" tIns="4572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NEC Group Internal Use Only</a:t>
            </a:r>
          </a:p>
        </p:txBody>
      </p:sp>
      <p:pic>
        <p:nvPicPr>
          <p:cNvPr id="11" name="Foote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bwMode="invGray">
          <a:xfrm>
            <a:off x="0" y="6549391"/>
            <a:ext cx="9143999" cy="308609"/>
          </a:xfrm>
          <a:prstGeom prst="rect">
            <a:avLst/>
          </a:prstGeom>
        </p:spPr>
      </p:pic>
      <p:sp>
        <p:nvSpPr>
          <p:cNvPr id="12" name="PageNumber"/>
          <p:cNvSpPr txBox="1"/>
          <p:nvPr userDrawn="1"/>
        </p:nvSpPr>
        <p:spPr bwMode="black">
          <a:xfrm>
            <a:off x="168810" y="6597840"/>
            <a:ext cx="684000" cy="234000"/>
          </a:xfrm>
          <a:prstGeom prst="rect">
            <a:avLst/>
          </a:prstGeom>
          <a:noFill/>
        </p:spPr>
        <p:txBody>
          <a:bodyPr wrap="none" tIns="4572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0" i="0" u="none" strike="noStrike" kern="1200" cap="none" spc="0" normalizeH="0" baseline="0" noProof="0" smtClean="0">
                <a:ln>
                  <a:noFill/>
                </a:ln>
                <a:solidFill>
                  <a:srgbClr val="FFFFFF"/>
                </a:solidFill>
                <a:effectLst/>
                <a:uLnTx/>
                <a:uFillTx/>
                <a:latin typeface="+mn-lt"/>
                <a:ea typeface="+mn-ea"/>
                <a:cs typeface="Verdana" panose="020B060403050404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smtClean="0">
              <a:ln>
                <a:noFill/>
              </a:ln>
              <a:solidFill>
                <a:srgbClr val="FFFFFF"/>
              </a:solidFill>
              <a:effectLst/>
              <a:uLnTx/>
              <a:uFillTx/>
              <a:latin typeface="+mn-lt"/>
              <a:ea typeface="+mn-ea"/>
              <a:cs typeface="Verdana" panose="020B0604030504040204" pitchFamily="34" charset="0"/>
            </a:endParaRPr>
          </a:p>
        </p:txBody>
      </p:sp>
      <p:sp>
        <p:nvSpPr>
          <p:cNvPr id="13" name="Credit"/>
          <p:cNvSpPr txBox="1"/>
          <p:nvPr userDrawn="1"/>
        </p:nvSpPr>
        <p:spPr bwMode="black">
          <a:xfrm>
            <a:off x="1096858" y="6597840"/>
            <a:ext cx="1638590" cy="230832"/>
          </a:xfrm>
          <a:prstGeom prst="rect">
            <a:avLst/>
          </a:prstGeom>
          <a:noFill/>
        </p:spPr>
        <p:txBody>
          <a:bodyPr wrap="none" tIns="4572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mn-lt"/>
                <a:ea typeface="Verdana" panose="020B0604030504040204" pitchFamily="34" charset="0"/>
                <a:cs typeface="Verdana" panose="020B0604030504040204" pitchFamily="34" charset="0"/>
              </a:rPr>
              <a:t>© NEC Corporation 2016</a:t>
            </a:r>
          </a:p>
        </p:txBody>
      </p:sp>
      <p:sp>
        <p:nvSpPr>
          <p:cNvPr id="14" name="Confidential"/>
          <p:cNvSpPr txBox="1"/>
          <p:nvPr userDrawn="1"/>
        </p:nvSpPr>
        <p:spPr bwMode="black">
          <a:xfrm>
            <a:off x="3621250" y="6597840"/>
            <a:ext cx="1882247" cy="230832"/>
          </a:xfrm>
          <a:prstGeom prst="rect">
            <a:avLst/>
          </a:prstGeom>
          <a:noFill/>
        </p:spPr>
        <p:txBody>
          <a:bodyPr wrap="none" tIns="4572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mn-lt"/>
                <a:ea typeface="Verdana" panose="020B0604030504040204" pitchFamily="34" charset="0"/>
                <a:cs typeface="Verdana" panose="020B0604030504040204" pitchFamily="34" charset="0"/>
              </a:rPr>
              <a:t>NEC Group Internal Use Only</a:t>
            </a:r>
          </a:p>
        </p:txBody>
      </p:sp>
    </p:spTree>
    <p:extLst>
      <p:ext uri="{BB962C8B-B14F-4D97-AF65-F5344CB8AC3E}">
        <p14:creationId xmlns:p14="http://schemas.microsoft.com/office/powerpoint/2010/main" val="654157217"/>
      </p:ext>
    </p:extLst>
  </p:cSld>
  <p:clrMap bg1="lt1" tx1="dk1" bg2="lt2" tx2="dk2" accent1="accent1" accent2="accent2" accent3="accent3" accent4="accent4" accent5="accent5" accent6="accent6" hlink="hlink" folHlink="folHlink"/>
  <p:sldLayoutIdLst>
    <p:sldLayoutId id="2147483725" r:id="rId1"/>
    <p:sldLayoutId id="2147483707" r:id="rId2"/>
    <p:sldLayoutId id="2147483708" r:id="rId3"/>
    <p:sldLayoutId id="2147483709" r:id="rId4"/>
    <p:sldLayoutId id="2147483710" r:id="rId5"/>
    <p:sldLayoutId id="2147483726"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Lst>
  <p:timing>
    <p:tnLst>
      <p:par>
        <p:cTn id="1" dur="indefinite" restart="never" nodeType="tmRoot"/>
      </p:par>
    </p:tnLst>
  </p:timing>
  <p:hf sldNum="0" hdr="0" ftr="0" dt="0"/>
  <p:txStyles>
    <p:titleStyle>
      <a:lvl1pPr algn="l" rtl="0" eaLnBrk="1" fontAlgn="base" hangingPunct="1">
        <a:spcBef>
          <a:spcPct val="0"/>
        </a:spcBef>
        <a:spcAft>
          <a:spcPct val="0"/>
        </a:spcAft>
        <a:defRPr kumimoji="1" sz="2400" b="0" baseline="0">
          <a:solidFill>
            <a:schemeClr val="tx1"/>
          </a:solidFill>
          <a:latin typeface="+mj-lt"/>
          <a:ea typeface="+mj-ea"/>
          <a:cs typeface="Verdana" panose="020B0604030504040204" pitchFamily="34" charset="0"/>
        </a:defRPr>
      </a:lvl1pPr>
      <a:lvl2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1">
        <a:spcBef>
          <a:spcPts val="500"/>
        </a:spcBef>
        <a:spcAft>
          <a:spcPct val="0"/>
        </a:spcAft>
        <a:buClr>
          <a:schemeClr val="accent6"/>
        </a:buClr>
        <a:buFont typeface="Arial" panose="020B0604020202020204" pitchFamily="34" charset="0"/>
        <a:buChar char="▌"/>
        <a:defRPr kumimoji="1" sz="2000" b="0">
          <a:solidFill>
            <a:schemeClr val="tx1"/>
          </a:solidFill>
          <a:latin typeface="+mn-lt"/>
          <a:ea typeface="+mn-ea"/>
          <a:cs typeface="Verdana" panose="020B0604030504040204" pitchFamily="34" charset="0"/>
        </a:defRPr>
      </a:lvl1pPr>
      <a:lvl2pPr marL="360000" indent="-180000" algn="l" rtl="0" eaLnBrk="1" fontAlgn="base" hangingPunct="1">
        <a:spcBef>
          <a:spcPts val="500"/>
        </a:spcBef>
        <a:spcAft>
          <a:spcPct val="0"/>
        </a:spcAft>
        <a:buClr>
          <a:schemeClr val="accent6"/>
        </a:buClr>
        <a:buFont typeface="Wingdings" pitchFamily="2" charset="2"/>
        <a:buChar char="l"/>
        <a:defRPr kumimoji="1" sz="1600" b="0">
          <a:solidFill>
            <a:schemeClr val="tx1"/>
          </a:solidFill>
          <a:latin typeface="+mn-lt"/>
          <a:ea typeface="+mn-ea"/>
          <a:cs typeface="Verdana" panose="020B0604030504040204" pitchFamily="34" charset="0"/>
        </a:defRPr>
      </a:lvl2pPr>
      <a:lvl3pPr marL="468000" indent="-108000" algn="l" rtl="0" eaLnBrk="1" fontAlgn="base" hangingPunct="1">
        <a:spcBef>
          <a:spcPts val="500"/>
        </a:spcBef>
        <a:spcAft>
          <a:spcPct val="0"/>
        </a:spcAft>
        <a:buClr>
          <a:schemeClr val="accent6"/>
        </a:buClr>
        <a:buFont typeface="Arial" panose="020B0604020202020204" pitchFamily="34" charset="0"/>
        <a:buChar char="•"/>
        <a:defRPr kumimoji="1" sz="1400" b="0">
          <a:solidFill>
            <a:schemeClr val="tx1"/>
          </a:solidFill>
          <a:latin typeface="+mn-lt"/>
          <a:ea typeface="+mn-ea"/>
          <a:cs typeface="Verdana" panose="020B0604030504040204" pitchFamily="34" charset="0"/>
        </a:defRPr>
      </a:lvl3pPr>
      <a:lvl4pPr marL="576000" indent="-108000" algn="l" rtl="0" eaLnBrk="1" fontAlgn="base" hangingPunct="1">
        <a:spcBef>
          <a:spcPts val="500"/>
        </a:spcBef>
        <a:spcAft>
          <a:spcPct val="0"/>
        </a:spcAft>
        <a:buClr>
          <a:schemeClr val="accent6"/>
        </a:buClr>
        <a:buFont typeface="Tahoma" pitchFamily="34" charset="0"/>
        <a:buChar char="–"/>
        <a:defRPr kumimoji="1" sz="1200" b="0">
          <a:solidFill>
            <a:schemeClr val="tx1"/>
          </a:solidFill>
          <a:latin typeface="+mn-lt"/>
          <a:ea typeface="+mn-ea"/>
          <a:cs typeface="Verdana" panose="020B0604030504040204" pitchFamily="34" charset="0"/>
        </a:defRPr>
      </a:lvl4pPr>
      <a:lvl5pPr marL="735013" indent="-157163" algn="l" rtl="0" eaLnBrk="1" fontAlgn="base" hangingPunct="1">
        <a:spcBef>
          <a:spcPct val="20000"/>
        </a:spcBef>
        <a:spcAft>
          <a:spcPct val="0"/>
        </a:spcAft>
        <a:buClr>
          <a:schemeClr val="accent6"/>
        </a:buClr>
        <a:buChar char="≫"/>
        <a:defRPr kumimoji="1" sz="1200" b="1">
          <a:solidFill>
            <a:schemeClr val="tx1"/>
          </a:solidFill>
          <a:latin typeface="+mj-lt"/>
          <a:ea typeface="+mn-ea"/>
        </a:defRPr>
      </a:lvl5pPr>
      <a:lvl6pPr marL="2514600" indent="-228600" algn="l" rtl="0" eaLnBrk="1" fontAlgn="base" hangingPunct="1">
        <a:spcBef>
          <a:spcPct val="20000"/>
        </a:spcBef>
        <a:spcAft>
          <a:spcPct val="0"/>
        </a:spcAft>
        <a:buChar char="≫"/>
        <a:defRPr kumimoji="1" sz="2000">
          <a:solidFill>
            <a:schemeClr val="tx1"/>
          </a:solidFill>
          <a:latin typeface="Arial" charset="0"/>
          <a:ea typeface="+mn-ea"/>
        </a:defRPr>
      </a:lvl6pPr>
      <a:lvl7pPr marL="2971800" indent="-228600" algn="l" rtl="0" eaLnBrk="1" fontAlgn="base" hangingPunct="1">
        <a:spcBef>
          <a:spcPct val="20000"/>
        </a:spcBef>
        <a:spcAft>
          <a:spcPct val="0"/>
        </a:spcAft>
        <a:buChar char="≫"/>
        <a:defRPr kumimoji="1" sz="2000">
          <a:solidFill>
            <a:schemeClr val="tx1"/>
          </a:solidFill>
          <a:latin typeface="Arial" charset="0"/>
          <a:ea typeface="+mn-ea"/>
        </a:defRPr>
      </a:lvl7pPr>
      <a:lvl8pPr marL="3429000" indent="-228600" algn="l" rtl="0" eaLnBrk="1" fontAlgn="base" hangingPunct="1">
        <a:spcBef>
          <a:spcPct val="20000"/>
        </a:spcBef>
        <a:spcAft>
          <a:spcPct val="0"/>
        </a:spcAft>
        <a:buChar char="≫"/>
        <a:defRPr kumimoji="1" sz="2000">
          <a:solidFill>
            <a:schemeClr val="tx1"/>
          </a:solidFill>
          <a:latin typeface="Arial" charset="0"/>
          <a:ea typeface="+mn-ea"/>
        </a:defRPr>
      </a:lvl8pPr>
      <a:lvl9pPr marL="3886200" indent="-228600" algn="l" rtl="0" eaLnBrk="1" fontAlgn="base" hangingPunct="1">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513" y="3049388"/>
            <a:ext cx="8784000" cy="584775"/>
          </a:xfrm>
        </p:spPr>
        <p:txBody>
          <a:bodyPr/>
          <a:lstStyle/>
          <a:p>
            <a:r>
              <a:rPr kumimoji="1" lang="en-US" altLang="ja-JP" dirty="0" smtClean="0"/>
              <a:t>MySQL Cluster</a:t>
            </a:r>
            <a:endParaRPr kumimoji="1" lang="ja-JP" altLang="en-US" dirty="0"/>
          </a:p>
        </p:txBody>
      </p:sp>
      <p:sp>
        <p:nvSpPr>
          <p:cNvPr id="4" name="テキスト プレースホルダー 3"/>
          <p:cNvSpPr>
            <a:spLocks noGrp="1"/>
          </p:cNvSpPr>
          <p:nvPr>
            <p:ph type="body" sz="quarter" idx="10"/>
          </p:nvPr>
        </p:nvSpPr>
        <p:spPr>
          <a:xfrm>
            <a:off x="179513" y="4032000"/>
            <a:ext cx="6552727" cy="725840"/>
          </a:xfrm>
        </p:spPr>
        <p:txBody>
          <a:bodyPr/>
          <a:lstStyle/>
          <a:p>
            <a:r>
              <a:rPr kumimoji="1" lang="en-US" altLang="ja-JP" dirty="0" smtClean="0"/>
              <a:t>OSS Technical Center</a:t>
            </a:r>
          </a:p>
          <a:p>
            <a:r>
              <a:rPr kumimoji="1" lang="en-US" altLang="ja-JP" sz="1700" dirty="0" smtClean="0"/>
              <a:t>NEC Telecom Software Philippines</a:t>
            </a:r>
          </a:p>
        </p:txBody>
      </p:sp>
      <p:sp>
        <p:nvSpPr>
          <p:cNvPr id="11" name="Text Box 7"/>
          <p:cNvSpPr txBox="1">
            <a:spLocks noChangeArrowheads="1"/>
          </p:cNvSpPr>
          <p:nvPr/>
        </p:nvSpPr>
        <p:spPr bwMode="ltGray">
          <a:xfrm>
            <a:off x="6269746" y="841705"/>
            <a:ext cx="2623429" cy="234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rgbClr val="00B4A0"/>
                </a:solidFill>
                <a:miter lim="800000"/>
                <a:headEnd/>
                <a:tailEnd/>
              </a14:hiddenLine>
            </a:ext>
            <a:ext uri="{AF507438-7753-43E0-B8FC-AC1667EBCBE1}">
              <a14:hiddenEffect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r"/>
            <a:r>
              <a:rPr lang="en-US" altLang="ja-JP" sz="1050" dirty="0" smtClean="0">
                <a:solidFill>
                  <a:schemeClr val="accent2"/>
                </a:solidFill>
                <a:latin typeface="Verdana" panose="020B0604030504040204" pitchFamily="34" charset="0"/>
                <a:ea typeface="Verdana" panose="020B0604030504040204" pitchFamily="34" charset="0"/>
                <a:cs typeface="Verdana" panose="020B0604030504040204" pitchFamily="34" charset="0"/>
              </a:rPr>
              <a:t>[NEC </a:t>
            </a:r>
            <a:r>
              <a:rPr lang="en-US" altLang="ja-JP" sz="1050" dirty="0">
                <a:solidFill>
                  <a:schemeClr val="accent2"/>
                </a:solidFill>
                <a:latin typeface="Verdana" panose="020B0604030504040204" pitchFamily="34" charset="0"/>
                <a:ea typeface="Verdana" panose="020B0604030504040204" pitchFamily="34" charset="0"/>
                <a:cs typeface="Verdana" panose="020B0604030504040204" pitchFamily="34" charset="0"/>
              </a:rPr>
              <a:t>Group Internal Use </a:t>
            </a:r>
            <a:r>
              <a:rPr lang="en-US" altLang="ja-JP" sz="1050" dirty="0" smtClean="0">
                <a:solidFill>
                  <a:schemeClr val="accent2"/>
                </a:solidFill>
                <a:latin typeface="Verdana" panose="020B0604030504040204" pitchFamily="34" charset="0"/>
                <a:ea typeface="Verdana" panose="020B0604030504040204" pitchFamily="34" charset="0"/>
                <a:cs typeface="Verdana" panose="020B0604030504040204" pitchFamily="34" charset="0"/>
              </a:rPr>
              <a:t>Only</a:t>
            </a:r>
            <a:r>
              <a:rPr lang="en-US" altLang="ja-JP" sz="1050" dirty="0">
                <a:solidFill>
                  <a:schemeClr val="accent2"/>
                </a:solidFill>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2081625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95407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8534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619672" y="374948"/>
            <a:ext cx="7344000" cy="461665"/>
          </a:xfrm>
        </p:spPr>
        <p:txBody>
          <a:bodyPr/>
          <a:lstStyle/>
          <a:p>
            <a:r>
              <a:rPr kumimoji="1" lang="en-US" altLang="ja-JP" dirty="0" smtClean="0"/>
              <a:t>Table of Contents</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sz="1600" dirty="0"/>
              <a:t>1. What is MySQL Cluster?</a:t>
            </a:r>
          </a:p>
          <a:p>
            <a:r>
              <a:rPr lang="en-US" altLang="ja-JP" sz="1600" dirty="0"/>
              <a:t>2. Key Features</a:t>
            </a:r>
          </a:p>
          <a:p>
            <a:r>
              <a:rPr lang="en-US" altLang="ja-JP" sz="1600" dirty="0"/>
              <a:t>3. System Requirements</a:t>
            </a:r>
          </a:p>
          <a:p>
            <a:r>
              <a:rPr lang="en-US" altLang="ja-JP" sz="1600" dirty="0"/>
              <a:t>4. Version 7.5 Information</a:t>
            </a:r>
          </a:p>
          <a:p>
            <a:r>
              <a:rPr lang="en-US" altLang="ja-JP" sz="1600" dirty="0"/>
              <a:t>5. License Information</a:t>
            </a:r>
          </a:p>
          <a:p>
            <a:r>
              <a:rPr lang="en-US" altLang="ja-JP" sz="1600" dirty="0"/>
              <a:t>6. Architecture</a:t>
            </a:r>
          </a:p>
          <a:p>
            <a:r>
              <a:rPr lang="en-US" altLang="ja-JP" sz="1600" dirty="0"/>
              <a:t>7. Components</a:t>
            </a:r>
          </a:p>
          <a:p>
            <a:r>
              <a:rPr lang="en-US" altLang="ja-JP" sz="1600" dirty="0"/>
              <a:t>   - Data Node</a:t>
            </a:r>
          </a:p>
          <a:p>
            <a:r>
              <a:rPr lang="en-US" altLang="ja-JP" sz="1600" dirty="0"/>
              <a:t>     - Node Group</a:t>
            </a:r>
          </a:p>
          <a:p>
            <a:r>
              <a:rPr lang="en-US" altLang="ja-JP" sz="1600" dirty="0"/>
              <a:t>     - Partition</a:t>
            </a:r>
          </a:p>
          <a:p>
            <a:r>
              <a:rPr lang="en-US" altLang="ja-JP" sz="1600" dirty="0"/>
              <a:t>     - Replica</a:t>
            </a:r>
          </a:p>
          <a:p>
            <a:r>
              <a:rPr lang="en-US" altLang="ja-JP" sz="1600" dirty="0"/>
              <a:t>   - SQL/API Node</a:t>
            </a:r>
          </a:p>
          <a:p>
            <a:r>
              <a:rPr lang="en-US" altLang="ja-JP" sz="1600" dirty="0"/>
              <a:t>   - Management </a:t>
            </a:r>
            <a:r>
              <a:rPr lang="en-US" altLang="ja-JP" sz="1600" dirty="0" smtClean="0"/>
              <a:t>Node</a:t>
            </a:r>
            <a:endParaRPr lang="en-US" altLang="ja-JP" sz="1600" dirty="0"/>
          </a:p>
        </p:txBody>
      </p:sp>
    </p:spTree>
    <p:extLst>
      <p:ext uri="{BB962C8B-B14F-4D97-AF65-F5344CB8AC3E}">
        <p14:creationId xmlns:p14="http://schemas.microsoft.com/office/powerpoint/2010/main" val="18237005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388" y="2989091"/>
            <a:ext cx="8784000" cy="523220"/>
          </a:xfrm>
        </p:spPr>
        <p:txBody>
          <a:bodyPr/>
          <a:lstStyle/>
          <a:p>
            <a:r>
              <a:rPr kumimoji="1" lang="en-US" altLang="ja-JP" dirty="0" smtClean="0"/>
              <a:t>MySQL Cluster Investigation</a:t>
            </a:r>
            <a:endParaRPr kumimoji="1" lang="ja-JP" altLang="en-US" dirty="0"/>
          </a:p>
        </p:txBody>
      </p:sp>
    </p:spTree>
    <p:extLst>
      <p:ext uri="{BB962C8B-B14F-4D97-AF65-F5344CB8AC3E}">
        <p14:creationId xmlns:p14="http://schemas.microsoft.com/office/powerpoint/2010/main" val="7525401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dirty="0"/>
              <a:t>MySQL Cluster: </a:t>
            </a:r>
            <a:r>
              <a:rPr lang="en-US" dirty="0" smtClean="0"/>
              <a:t>What is MySQL Cluster?</a:t>
            </a:r>
            <a:endParaRPr kumimoji="1" lang="ja-JP" altLang="en-US" dirty="0"/>
          </a:p>
        </p:txBody>
      </p:sp>
      <p:sp>
        <p:nvSpPr>
          <p:cNvPr id="3" name="コンテンツ プレースホルダー 2"/>
          <p:cNvSpPr>
            <a:spLocks noGrp="1"/>
          </p:cNvSpPr>
          <p:nvPr>
            <p:ph sz="quarter" idx="10"/>
          </p:nvPr>
        </p:nvSpPr>
        <p:spPr/>
        <p:txBody>
          <a:bodyPr>
            <a:noAutofit/>
          </a:bodyPr>
          <a:lstStyle/>
          <a:p>
            <a:r>
              <a:rPr lang="en-US" sz="1800" dirty="0"/>
              <a:t>MySQL NDB Cluster is a high-availability, high-redundancy version of MySQL adapted for the distributed computing environment</a:t>
            </a:r>
            <a:r>
              <a:rPr lang="en-US" sz="1800" dirty="0" smtClean="0"/>
              <a:t>.</a:t>
            </a:r>
            <a:endParaRPr lang="en-US" sz="1800" dirty="0"/>
          </a:p>
          <a:p>
            <a:endParaRPr lang="en-US" sz="1800" dirty="0"/>
          </a:p>
          <a:p>
            <a:r>
              <a:rPr lang="en-US" sz="1800" dirty="0"/>
              <a:t>NDB Cluster is a technology that enables clustering of in-memory databases in a </a:t>
            </a:r>
            <a:r>
              <a:rPr lang="en-US" sz="1800" dirty="0" smtClean="0"/>
              <a:t>shared-nothing system</a:t>
            </a:r>
            <a:r>
              <a:rPr lang="en-US" sz="1800" dirty="0"/>
              <a:t>. The shared-nothing architecture enables the system to work with very inexpensive hardware, and with a minimum of specific requirements for hardware or software.</a:t>
            </a:r>
          </a:p>
          <a:p>
            <a:endParaRPr lang="en-US" sz="1800" dirty="0"/>
          </a:p>
          <a:p>
            <a:r>
              <a:rPr lang="en-US" sz="1800" dirty="0"/>
              <a:t>NDB Cluster is designed not to have any single point of failure. In a shared-nothing system, </a:t>
            </a:r>
            <a:r>
              <a:rPr lang="en-US" sz="1800" dirty="0" smtClean="0"/>
              <a:t>each component </a:t>
            </a:r>
            <a:r>
              <a:rPr lang="en-US" sz="1800" dirty="0"/>
              <a:t>is expected to have its own memory and disk, and the use of shared storage mechanisms such as network shares, network file systems, and SANs is not recommended or supported</a:t>
            </a:r>
          </a:p>
          <a:p>
            <a:endParaRPr lang="en-US" sz="1800" dirty="0"/>
          </a:p>
          <a:p>
            <a:r>
              <a:rPr lang="en-US" sz="1800" dirty="0"/>
              <a:t>An NDB Cluster consists of a set of computers, known as hosts, each running one or more processes. These processes, known as nodes, may include MySQL servers (for access to NDB data), data nodes (for storage of the data), one or more management servers, and possibly other specialized data access programs</a:t>
            </a:r>
            <a:r>
              <a:rPr lang="en-US" sz="1800" dirty="0" smtClean="0"/>
              <a:t>.</a:t>
            </a:r>
            <a:endParaRPr lang="en-US" sz="1800" dirty="0"/>
          </a:p>
        </p:txBody>
      </p:sp>
    </p:spTree>
    <p:extLst>
      <p:ext uri="{BB962C8B-B14F-4D97-AF65-F5344CB8AC3E}">
        <p14:creationId xmlns:p14="http://schemas.microsoft.com/office/powerpoint/2010/main" val="4527852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dirty="0"/>
              <a:t>MySQL Cluster: Key </a:t>
            </a:r>
            <a:r>
              <a:rPr lang="en-US" dirty="0" smtClean="0"/>
              <a:t>Features	</a:t>
            </a:r>
            <a:endParaRPr kumimoji="1" lang="ja-JP" altLang="en-US" dirty="0"/>
          </a:p>
        </p:txBody>
      </p:sp>
      <p:sp>
        <p:nvSpPr>
          <p:cNvPr id="3" name="コンテンツ プレースホルダー 2"/>
          <p:cNvSpPr>
            <a:spLocks noGrp="1"/>
          </p:cNvSpPr>
          <p:nvPr>
            <p:ph sz="quarter" idx="10"/>
          </p:nvPr>
        </p:nvSpPr>
        <p:spPr/>
        <p:txBody>
          <a:bodyPr>
            <a:normAutofit/>
          </a:bodyPr>
          <a:lstStyle/>
          <a:p>
            <a:pPr>
              <a:buFont typeface="Wingdings" panose="05000000000000000000" pitchFamily="2" charset="2"/>
              <a:buChar char="ü"/>
            </a:pPr>
            <a:r>
              <a:rPr lang="en-US" sz="1800" dirty="0" smtClean="0"/>
              <a:t> ACID </a:t>
            </a:r>
            <a:r>
              <a:rPr lang="en-US" sz="1800" dirty="0"/>
              <a:t>compliant, transactional database	</a:t>
            </a:r>
          </a:p>
          <a:p>
            <a:pPr>
              <a:buFont typeface="Wingdings" panose="05000000000000000000" pitchFamily="2" charset="2"/>
              <a:buChar char="ü"/>
            </a:pPr>
            <a:r>
              <a:rPr lang="en-US" sz="1800" dirty="0" smtClean="0"/>
              <a:t> Distributed</a:t>
            </a:r>
            <a:r>
              <a:rPr lang="en-US" sz="1800" dirty="0"/>
              <a:t>, multi-master shared-nothing design	</a:t>
            </a:r>
          </a:p>
          <a:p>
            <a:pPr>
              <a:buFont typeface="Wingdings" panose="05000000000000000000" pitchFamily="2" charset="2"/>
              <a:buChar char="ü"/>
            </a:pPr>
            <a:r>
              <a:rPr lang="en-US" sz="1800" dirty="0" smtClean="0"/>
              <a:t> In-memory </a:t>
            </a:r>
            <a:r>
              <a:rPr lang="en-US" sz="1800" dirty="0"/>
              <a:t>and disk-based data storage	</a:t>
            </a:r>
          </a:p>
          <a:p>
            <a:pPr>
              <a:buFont typeface="Wingdings" panose="05000000000000000000" pitchFamily="2" charset="2"/>
              <a:buChar char="ü"/>
            </a:pPr>
            <a:r>
              <a:rPr lang="en-US" sz="1800" dirty="0" smtClean="0"/>
              <a:t> 200 </a:t>
            </a:r>
            <a:r>
              <a:rPr lang="en-US" sz="1800" dirty="0"/>
              <a:t>Million NoSQL QPS	</a:t>
            </a:r>
          </a:p>
          <a:p>
            <a:pPr>
              <a:buFont typeface="Wingdings" panose="05000000000000000000" pitchFamily="2" charset="2"/>
              <a:buChar char="ü"/>
            </a:pPr>
            <a:r>
              <a:rPr lang="en-US" sz="1800" dirty="0" smtClean="0"/>
              <a:t> Cross-shard </a:t>
            </a:r>
            <a:r>
              <a:rPr lang="en-US" sz="1800" dirty="0"/>
              <a:t>JOINs with Adaptive Query Localization	</a:t>
            </a:r>
          </a:p>
          <a:p>
            <a:pPr>
              <a:buFont typeface="Wingdings" panose="05000000000000000000" pitchFamily="2" charset="2"/>
              <a:buChar char="ü"/>
            </a:pPr>
            <a:r>
              <a:rPr lang="en-US" sz="1800" dirty="0" smtClean="0"/>
              <a:t> Referential </a:t>
            </a:r>
            <a:r>
              <a:rPr lang="en-US" sz="1800" dirty="0"/>
              <a:t>Integrity with Foreign Keys	</a:t>
            </a:r>
          </a:p>
          <a:p>
            <a:pPr>
              <a:buFont typeface="Wingdings" panose="05000000000000000000" pitchFamily="2" charset="2"/>
              <a:buChar char="ü"/>
            </a:pPr>
            <a:r>
              <a:rPr lang="en-US" sz="1800" dirty="0" smtClean="0"/>
              <a:t> Synchronous </a:t>
            </a:r>
            <a:r>
              <a:rPr lang="en-US" sz="1800" dirty="0"/>
              <a:t>&amp; asynchronous replication with integrated failover and recovery</a:t>
            </a:r>
          </a:p>
          <a:p>
            <a:pPr>
              <a:buFont typeface="Wingdings" panose="05000000000000000000" pitchFamily="2" charset="2"/>
              <a:buChar char="ü"/>
            </a:pPr>
            <a:r>
              <a:rPr lang="en-US" sz="1800" dirty="0" smtClean="0"/>
              <a:t> Active/active </a:t>
            </a:r>
            <a:r>
              <a:rPr lang="en-US" sz="1800" dirty="0"/>
              <a:t>geographic replication	</a:t>
            </a:r>
          </a:p>
          <a:p>
            <a:pPr>
              <a:buFont typeface="Wingdings" panose="05000000000000000000" pitchFamily="2" charset="2"/>
              <a:buChar char="ü"/>
            </a:pPr>
            <a:r>
              <a:rPr lang="en-US" sz="1800" dirty="0" smtClean="0"/>
              <a:t> Online </a:t>
            </a:r>
            <a:r>
              <a:rPr lang="en-US" sz="1800" dirty="0"/>
              <a:t>backup	</a:t>
            </a:r>
          </a:p>
          <a:p>
            <a:pPr>
              <a:buFont typeface="Wingdings" panose="05000000000000000000" pitchFamily="2" charset="2"/>
              <a:buChar char="ü"/>
            </a:pPr>
            <a:r>
              <a:rPr lang="en-US" sz="1800" dirty="0" smtClean="0"/>
              <a:t> Cache </a:t>
            </a:r>
            <a:r>
              <a:rPr lang="en-US" sz="1800" dirty="0"/>
              <a:t>for disk-based data	</a:t>
            </a:r>
          </a:p>
          <a:p>
            <a:pPr>
              <a:buFont typeface="Wingdings" panose="05000000000000000000" pitchFamily="2" charset="2"/>
              <a:buChar char="ü"/>
            </a:pPr>
            <a:r>
              <a:rPr lang="en-US" sz="1800" dirty="0" smtClean="0"/>
              <a:t> Configurable </a:t>
            </a:r>
            <a:r>
              <a:rPr lang="en-US" sz="1800" dirty="0"/>
              <a:t>checkpoints	</a:t>
            </a:r>
          </a:p>
          <a:p>
            <a:pPr>
              <a:buFont typeface="Wingdings" panose="05000000000000000000" pitchFamily="2" charset="2"/>
              <a:buChar char="ü"/>
            </a:pPr>
            <a:r>
              <a:rPr lang="en-US" sz="1800" dirty="0" smtClean="0"/>
              <a:t> SQL </a:t>
            </a:r>
            <a:r>
              <a:rPr lang="en-US" sz="1800" dirty="0"/>
              <a:t>access	</a:t>
            </a:r>
          </a:p>
          <a:p>
            <a:pPr>
              <a:buFont typeface="Wingdings" panose="05000000000000000000" pitchFamily="2" charset="2"/>
              <a:buChar char="ü"/>
            </a:pPr>
            <a:r>
              <a:rPr lang="en-US" sz="1800" dirty="0" smtClean="0"/>
              <a:t> NoSQL </a:t>
            </a:r>
            <a:r>
              <a:rPr lang="en-US" sz="1800" dirty="0"/>
              <a:t>JavaScript, Java, JPA, C++, </a:t>
            </a:r>
            <a:r>
              <a:rPr lang="en-US" sz="1800" dirty="0" err="1"/>
              <a:t>Memcached</a:t>
            </a:r>
            <a:r>
              <a:rPr lang="en-US" sz="1800" dirty="0"/>
              <a:t> </a:t>
            </a:r>
            <a:r>
              <a:rPr lang="en-US" sz="1800" dirty="0" smtClean="0"/>
              <a:t>and </a:t>
            </a:r>
            <a:r>
              <a:rPr lang="en-US" sz="1800" dirty="0" err="1" smtClean="0"/>
              <a:t>HTTPinterfaces</a:t>
            </a:r>
            <a:endParaRPr lang="en-US" sz="1800" dirty="0"/>
          </a:p>
        </p:txBody>
      </p:sp>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MySQL Cluster: System Requirements</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a:t>One of the strengths of NDB Cluster is that it can be run on commodity hardware and has no </a:t>
            </a:r>
            <a:r>
              <a:rPr lang="en-US" altLang="ja-JP" sz="1600" dirty="0" smtClean="0"/>
              <a:t>unusual requirements </a:t>
            </a:r>
            <a:r>
              <a:rPr lang="en-US" altLang="ja-JP" sz="1600" dirty="0"/>
              <a:t>in this regard, other than for large amounts of RAM, due to the fact that all live </a:t>
            </a:r>
            <a:r>
              <a:rPr lang="en-US" altLang="ja-JP" sz="1600" dirty="0" smtClean="0"/>
              <a:t>data storage </a:t>
            </a:r>
            <a:r>
              <a:rPr lang="en-US" altLang="ja-JP" sz="1600" dirty="0"/>
              <a:t>is done in memory</a:t>
            </a:r>
            <a:r>
              <a:rPr lang="en-US" altLang="ja-JP" sz="1600" dirty="0" smtClean="0"/>
              <a:t>. </a:t>
            </a:r>
            <a:r>
              <a:rPr lang="en-US" altLang="ja-JP" sz="1600" dirty="0"/>
              <a:t>But </a:t>
            </a:r>
            <a:r>
              <a:rPr lang="en-US" altLang="ja-JP" sz="1600" dirty="0" smtClean="0"/>
              <a:t>it </a:t>
            </a:r>
            <a:r>
              <a:rPr lang="en-US" altLang="ja-JP" sz="1600" dirty="0"/>
              <a:t>is possible to reduce this requirement using Disk Data </a:t>
            </a:r>
            <a:r>
              <a:rPr lang="en-US" altLang="ja-JP" sz="1600" dirty="0" smtClean="0"/>
              <a:t>tables. </a:t>
            </a:r>
          </a:p>
          <a:p>
            <a:endParaRPr lang="en-US" altLang="ja-JP" sz="1600" dirty="0"/>
          </a:p>
          <a:p>
            <a:r>
              <a:rPr lang="en-US" altLang="ja-JP" sz="1600" dirty="0" smtClean="0"/>
              <a:t>Recommended system requirement for MySQL Cluster Data Nodes </a:t>
            </a:r>
            <a:endParaRPr lang="en-US" altLang="ja-JP" sz="1600" dirty="0"/>
          </a:p>
          <a:p>
            <a:pPr marL="180000" lvl="1" indent="0">
              <a:buNone/>
            </a:pPr>
            <a:r>
              <a:rPr lang="en-US" altLang="ja-JP" sz="1200" dirty="0"/>
              <a:t>• OS: Linux, Oracle Solaris, </a:t>
            </a:r>
            <a:r>
              <a:rPr lang="en-US" altLang="ja-JP" sz="1200" dirty="0" smtClean="0"/>
              <a:t>Microsoft Windows</a:t>
            </a:r>
            <a:endParaRPr lang="en-US" altLang="ja-JP" sz="1200" dirty="0"/>
          </a:p>
          <a:p>
            <a:pPr marL="286725" lvl="2" indent="0">
              <a:buNone/>
            </a:pPr>
            <a:r>
              <a:rPr lang="en-US" altLang="ja-JP" sz="1200" dirty="0"/>
              <a:t>Note: Apple OS X for </a:t>
            </a:r>
            <a:r>
              <a:rPr lang="en-US" altLang="ja-JP" sz="1200" dirty="0" smtClean="0"/>
              <a:t>development only</a:t>
            </a:r>
            <a:endParaRPr lang="en-US" altLang="ja-JP" sz="1200" dirty="0"/>
          </a:p>
          <a:p>
            <a:pPr marL="180000" lvl="1" indent="0">
              <a:buNone/>
            </a:pPr>
            <a:r>
              <a:rPr lang="en-US" altLang="ja-JP" sz="1200" dirty="0"/>
              <a:t>• CPU: Intel and AMD </a:t>
            </a:r>
            <a:r>
              <a:rPr lang="en-US" altLang="ja-JP" sz="1200" dirty="0" smtClean="0"/>
              <a:t>x86/x86-64</a:t>
            </a:r>
            <a:r>
              <a:rPr lang="en-US" altLang="ja-JP" sz="1200" dirty="0"/>
              <a:t>, </a:t>
            </a:r>
            <a:r>
              <a:rPr lang="en-US" altLang="ja-JP" sz="1200" dirty="0" err="1" smtClean="0"/>
              <a:t>UltraSPARC</a:t>
            </a:r>
            <a:endParaRPr lang="en-US" altLang="ja-JP" sz="1200" dirty="0"/>
          </a:p>
          <a:p>
            <a:pPr marL="180000" lvl="1" indent="0">
              <a:buNone/>
            </a:pPr>
            <a:r>
              <a:rPr lang="en-US" altLang="ja-JP" sz="1200" dirty="0"/>
              <a:t>• Memory: 16 GB+ RAM </a:t>
            </a:r>
            <a:r>
              <a:rPr lang="en-US" altLang="ja-JP" sz="1200" dirty="0" smtClean="0"/>
              <a:t>(</a:t>
            </a:r>
            <a:r>
              <a:rPr lang="en-US" altLang="ja-JP" sz="1200" dirty="0"/>
              <a:t>1 GB minimum</a:t>
            </a:r>
            <a:r>
              <a:rPr lang="en-US" altLang="ja-JP" sz="1200" dirty="0" smtClean="0"/>
              <a:t>)</a:t>
            </a:r>
            <a:endParaRPr lang="en-US" altLang="ja-JP" sz="1200" dirty="0"/>
          </a:p>
          <a:p>
            <a:pPr marL="180000" lvl="1" indent="0">
              <a:buNone/>
            </a:pPr>
            <a:r>
              <a:rPr lang="en-US" altLang="ja-JP" sz="1200" dirty="0"/>
              <a:t>• HDD: 18 GB+ (3 GB </a:t>
            </a:r>
            <a:r>
              <a:rPr lang="en-US" altLang="ja-JP" sz="1200" dirty="0" smtClean="0"/>
              <a:t>minimum)</a:t>
            </a:r>
            <a:endParaRPr lang="en-US" altLang="ja-JP" sz="1200" dirty="0"/>
          </a:p>
          <a:p>
            <a:pPr marL="180000" lvl="1" indent="0">
              <a:buNone/>
            </a:pPr>
            <a:r>
              <a:rPr lang="en-US" altLang="ja-JP" sz="1200" dirty="0"/>
              <a:t>• Network: Recommended </a:t>
            </a:r>
            <a:r>
              <a:rPr lang="en-US" altLang="ja-JP" sz="1200" dirty="0" smtClean="0"/>
              <a:t>minimum</a:t>
            </a:r>
            <a:r>
              <a:rPr lang="en-US" altLang="ja-JP" sz="1200" dirty="0"/>
              <a:t>: Gigabit </a:t>
            </a:r>
            <a:r>
              <a:rPr lang="en-US" altLang="ja-JP" sz="1200" dirty="0" smtClean="0"/>
              <a:t>Ethernet</a:t>
            </a:r>
          </a:p>
          <a:p>
            <a:pPr marL="0" indent="0">
              <a:buNone/>
            </a:pPr>
            <a:endParaRPr kumimoji="1" lang="en-US" altLang="ja-JP" sz="1600" dirty="0"/>
          </a:p>
          <a:p>
            <a:pPr marL="0" indent="0">
              <a:buNone/>
            </a:pPr>
            <a:r>
              <a:rPr lang="en-US" altLang="ja-JP" sz="1600" dirty="0"/>
              <a:t>For in-memory NDB tables, the formula to obtain RAM per Data Node  would be the </a:t>
            </a:r>
            <a:r>
              <a:rPr lang="en-US" altLang="ja-JP" sz="1600" dirty="0" smtClean="0"/>
              <a:t>following: </a:t>
            </a:r>
          </a:p>
          <a:p>
            <a:pPr marL="0" indent="0">
              <a:buNone/>
            </a:pPr>
            <a:r>
              <a:rPr lang="en-US" altLang="ja-JP" sz="1400" b="1" dirty="0" smtClean="0"/>
              <a:t>Memory Size = (</a:t>
            </a:r>
            <a:r>
              <a:rPr lang="en-US" altLang="ja-JP" sz="1400" b="1" dirty="0" err="1" smtClean="0"/>
              <a:t>SizeofDatabase</a:t>
            </a:r>
            <a:r>
              <a:rPr lang="en-US" altLang="ja-JP" sz="1400" b="1" dirty="0" smtClean="0"/>
              <a:t> × </a:t>
            </a:r>
            <a:r>
              <a:rPr lang="en-US" altLang="ja-JP" sz="1400" b="1" dirty="0" err="1" smtClean="0"/>
              <a:t>NumberOfReplicas</a:t>
            </a:r>
            <a:r>
              <a:rPr lang="en-US" altLang="ja-JP" sz="1400" b="1" dirty="0" smtClean="0"/>
              <a:t> × 1.1 ) / </a:t>
            </a:r>
            <a:r>
              <a:rPr lang="en-US" altLang="ja-JP" sz="1400" b="1" dirty="0" err="1" smtClean="0"/>
              <a:t>NumberOfDataNodes</a:t>
            </a:r>
            <a:endParaRPr kumimoji="1" lang="en-US" altLang="ja-JP" sz="1400" b="1" dirty="0"/>
          </a:p>
          <a:p>
            <a:pPr marL="0" indent="0">
              <a:buNone/>
            </a:pPr>
            <a:endParaRPr kumimoji="1" lang="ja-JP" altLang="en-US" sz="1600" dirty="0"/>
          </a:p>
        </p:txBody>
      </p:sp>
    </p:spTree>
    <p:extLst>
      <p:ext uri="{BB962C8B-B14F-4D97-AF65-F5344CB8AC3E}">
        <p14:creationId xmlns:p14="http://schemas.microsoft.com/office/powerpoint/2010/main" val="15531017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MySQL Cluster: System Requirements (</a:t>
            </a:r>
            <a:r>
              <a:rPr kumimoji="1" lang="en-US" altLang="ja-JP" dirty="0" err="1" smtClean="0"/>
              <a:t>Cont</a:t>
            </a:r>
            <a:r>
              <a:rPr kumimoji="1" lang="en-US" altLang="ja-JP" dirty="0" smtClean="0"/>
              <a:t>…)</a:t>
            </a:r>
            <a:endParaRPr kumimoji="1" lang="ja-JP" altLang="en-US" dirty="0"/>
          </a:p>
        </p:txBody>
      </p:sp>
      <p:sp>
        <p:nvSpPr>
          <p:cNvPr id="4" name="Content Placeholder 3"/>
          <p:cNvSpPr>
            <a:spLocks noGrp="1"/>
          </p:cNvSpPr>
          <p:nvPr>
            <p:ph sz="quarter" idx="10"/>
          </p:nvPr>
        </p:nvSpPr>
        <p:spPr/>
        <p:txBody>
          <a:bodyPr numCol="2">
            <a:normAutofit/>
          </a:bodyPr>
          <a:lstStyle/>
          <a:p>
            <a:r>
              <a:rPr lang="en-US" sz="1600" dirty="0" smtClean="0"/>
              <a:t>All </a:t>
            </a:r>
            <a:r>
              <a:rPr lang="en-US" sz="1600" dirty="0"/>
              <a:t>MySQL Cluster nodes (Data Nodes, MySQL Server nodes and Management Nodes) must run on a supported Linux, Windows or UNIX operating system.</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367" y="836613"/>
            <a:ext cx="3681987"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61124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MySQL Cluster: Version 7.5 Information</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altLang="ja-JP" sz="1600" dirty="0"/>
              <a:t>NDB Cluster 7.5 </a:t>
            </a:r>
            <a:r>
              <a:rPr lang="en-US" altLang="ja-JP" sz="1600" dirty="0" smtClean="0"/>
              <a:t>Improvements</a:t>
            </a:r>
          </a:p>
          <a:p>
            <a:pPr marL="0" indent="0">
              <a:buNone/>
            </a:pPr>
            <a:endParaRPr lang="en-US" altLang="ja-JP" sz="1600" dirty="0" smtClean="0"/>
          </a:p>
          <a:p>
            <a:r>
              <a:rPr lang="en-US" altLang="ja-JP" sz="1600" dirty="0" err="1"/>
              <a:t>ndbinfo</a:t>
            </a:r>
            <a:r>
              <a:rPr lang="en-US" altLang="ja-JP" sz="1600" dirty="0"/>
              <a:t> </a:t>
            </a:r>
            <a:r>
              <a:rPr lang="en-US" altLang="ja-JP" sz="1600" dirty="0" smtClean="0"/>
              <a:t>Enhancements</a:t>
            </a:r>
          </a:p>
          <a:p>
            <a:r>
              <a:rPr lang="en-US" altLang="ja-JP" sz="1600" dirty="0" smtClean="0"/>
              <a:t>Default </a:t>
            </a:r>
            <a:r>
              <a:rPr lang="en-US" altLang="ja-JP" sz="1600" dirty="0"/>
              <a:t>row and column format </a:t>
            </a:r>
            <a:r>
              <a:rPr lang="en-US" altLang="ja-JP" sz="1600" dirty="0" smtClean="0"/>
              <a:t>changes.</a:t>
            </a:r>
            <a:endParaRPr lang="en-US" altLang="ja-JP" sz="1600" dirty="0"/>
          </a:p>
          <a:p>
            <a:r>
              <a:rPr lang="en-US" altLang="ja-JP" sz="1600" dirty="0" err="1"/>
              <a:t>ndb_binlog_index</a:t>
            </a:r>
            <a:r>
              <a:rPr lang="en-US" altLang="ja-JP" sz="1600" dirty="0"/>
              <a:t> No Longer Dependent On </a:t>
            </a:r>
            <a:r>
              <a:rPr lang="en-US" altLang="ja-JP" sz="1600" dirty="0" err="1"/>
              <a:t>MyISAM</a:t>
            </a:r>
            <a:r>
              <a:rPr lang="en-US" altLang="ja-JP" sz="1600" dirty="0" smtClean="0"/>
              <a:t>.</a:t>
            </a:r>
            <a:endParaRPr lang="en-US" altLang="ja-JP" sz="1600" dirty="0"/>
          </a:p>
          <a:p>
            <a:r>
              <a:rPr lang="en-US" altLang="ja-JP" sz="1600" dirty="0"/>
              <a:t>ALTER TABLE Changes</a:t>
            </a:r>
            <a:r>
              <a:rPr lang="en-US" altLang="ja-JP" sz="1600" dirty="0" smtClean="0"/>
              <a:t>.</a:t>
            </a:r>
          </a:p>
          <a:p>
            <a:r>
              <a:rPr lang="en-US" altLang="ja-JP" sz="1600" dirty="0" err="1"/>
              <a:t>ExecuteOnComputer</a:t>
            </a:r>
            <a:r>
              <a:rPr lang="en-US" altLang="ja-JP" sz="1600" dirty="0"/>
              <a:t> Parameter Deprecated</a:t>
            </a:r>
            <a:r>
              <a:rPr lang="en-US" altLang="ja-JP" sz="1600" dirty="0" smtClean="0"/>
              <a:t>.</a:t>
            </a:r>
          </a:p>
          <a:p>
            <a:r>
              <a:rPr lang="en-US" altLang="ja-JP" sz="1600" dirty="0"/>
              <a:t>Records-per-key Optimization</a:t>
            </a:r>
            <a:r>
              <a:rPr lang="en-US" altLang="ja-JP" sz="1600" dirty="0" smtClean="0"/>
              <a:t>.</a:t>
            </a:r>
          </a:p>
          <a:p>
            <a:r>
              <a:rPr lang="en-US" altLang="ja-JP" sz="1600" dirty="0" smtClean="0"/>
              <a:t>Connection </a:t>
            </a:r>
            <a:r>
              <a:rPr lang="en-US" altLang="ja-JP" sz="1600" dirty="0"/>
              <a:t>Pool Node IDs</a:t>
            </a:r>
            <a:r>
              <a:rPr lang="en-US" altLang="ja-JP" sz="1600" dirty="0" smtClean="0"/>
              <a:t>.</a:t>
            </a:r>
          </a:p>
          <a:p>
            <a:r>
              <a:rPr lang="en-US" altLang="ja-JP" sz="1600" dirty="0" err="1"/>
              <a:t>create_old_temporals</a:t>
            </a:r>
            <a:r>
              <a:rPr lang="en-US" altLang="ja-JP" sz="1600" dirty="0"/>
              <a:t> Removed</a:t>
            </a:r>
            <a:r>
              <a:rPr lang="en-US" altLang="ja-JP" sz="1600" dirty="0" smtClean="0"/>
              <a:t>.</a:t>
            </a:r>
          </a:p>
          <a:p>
            <a:r>
              <a:rPr lang="en-US" altLang="ja-JP" sz="1600" dirty="0" err="1"/>
              <a:t>ndb_mgm</a:t>
            </a:r>
            <a:r>
              <a:rPr lang="en-US" altLang="ja-JP" sz="1600" dirty="0"/>
              <a:t> Client PROMPT Command</a:t>
            </a:r>
            <a:r>
              <a:rPr lang="en-US" altLang="ja-JP" sz="1600" dirty="0" smtClean="0"/>
              <a:t>.</a:t>
            </a:r>
          </a:p>
          <a:p>
            <a:r>
              <a:rPr lang="en-US" altLang="ja-JP" sz="1600" dirty="0"/>
              <a:t>Increased FIXED column storage per fragment</a:t>
            </a:r>
            <a:r>
              <a:rPr lang="en-US" altLang="ja-JP" sz="1600" dirty="0" smtClean="0"/>
              <a:t>.</a:t>
            </a:r>
          </a:p>
          <a:p>
            <a:r>
              <a:rPr lang="en-US" altLang="ja-JP" sz="1600" dirty="0"/>
              <a:t>Deprecated Parameters </a:t>
            </a:r>
            <a:r>
              <a:rPr lang="en-US" altLang="ja-JP" sz="1600" dirty="0" smtClean="0"/>
              <a:t>Removed</a:t>
            </a:r>
          </a:p>
          <a:p>
            <a:r>
              <a:rPr lang="en-US" altLang="ja-JP" sz="1600" dirty="0"/>
              <a:t>DBTC Scan Enhancements</a:t>
            </a:r>
            <a:r>
              <a:rPr lang="en-US" altLang="ja-JP" sz="1600" dirty="0" smtClean="0"/>
              <a:t>.</a:t>
            </a:r>
          </a:p>
          <a:p>
            <a:r>
              <a:rPr lang="en-US" altLang="ja-JP" sz="1600" dirty="0"/>
              <a:t>JSON column support</a:t>
            </a:r>
            <a:r>
              <a:rPr lang="en-US" altLang="ja-JP" sz="1600" dirty="0" smtClean="0"/>
              <a:t>.</a:t>
            </a:r>
          </a:p>
          <a:p>
            <a:r>
              <a:rPr lang="en-US" altLang="ja-JP" sz="1600" dirty="0"/>
              <a:t>Read from any replica; specify number of </a:t>
            </a:r>
            <a:r>
              <a:rPr lang="en-US" altLang="ja-JP" sz="1600" dirty="0" err="1"/>
              <a:t>hashmap</a:t>
            </a:r>
            <a:r>
              <a:rPr lang="en-US" altLang="ja-JP" sz="1600" dirty="0"/>
              <a:t> partition fragments</a:t>
            </a:r>
            <a:r>
              <a:rPr lang="en-US" altLang="ja-JP" sz="1600" dirty="0" smtClean="0"/>
              <a:t>.</a:t>
            </a:r>
          </a:p>
          <a:p>
            <a:r>
              <a:rPr lang="en-US" altLang="ja-JP" sz="1600" dirty="0" err="1"/>
              <a:t>ThreadConfig</a:t>
            </a:r>
            <a:r>
              <a:rPr lang="en-US" altLang="ja-JP" sz="1600" dirty="0"/>
              <a:t> improvements</a:t>
            </a:r>
            <a:r>
              <a:rPr lang="en-US" altLang="ja-JP" sz="1600" dirty="0" smtClean="0"/>
              <a:t>.</a:t>
            </a:r>
          </a:p>
          <a:p>
            <a:r>
              <a:rPr lang="en-US" altLang="ja-JP" sz="1600" dirty="0"/>
              <a:t>Partitions larger than 16 GB</a:t>
            </a:r>
            <a:r>
              <a:rPr lang="en-US" altLang="ja-JP" sz="1600" dirty="0" smtClean="0"/>
              <a:t>.</a:t>
            </a:r>
          </a:p>
        </p:txBody>
      </p:sp>
    </p:spTree>
    <p:extLst>
      <p:ext uri="{BB962C8B-B14F-4D97-AF65-F5344CB8AC3E}">
        <p14:creationId xmlns:p14="http://schemas.microsoft.com/office/powerpoint/2010/main" val="3067163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en-US" altLang="ja-JP" sz="1600" dirty="0" smtClean="0"/>
              <a:t>MySQL Cluster: Version 7.5 Information (</a:t>
            </a:r>
            <a:r>
              <a:rPr lang="en-US" altLang="ja-JP" sz="1600" dirty="0"/>
              <a:t>NDB Cluster 7.5 </a:t>
            </a:r>
            <a:r>
              <a:rPr lang="en-US" altLang="ja-JP" sz="1600" dirty="0" smtClean="0"/>
              <a:t>Improvements – </a:t>
            </a:r>
            <a:r>
              <a:rPr lang="en-US" altLang="ja-JP" sz="1600" dirty="0" err="1" smtClean="0"/>
              <a:t>Cont</a:t>
            </a:r>
            <a:r>
              <a:rPr lang="en-US" altLang="ja-JP" sz="1600" dirty="0" smtClean="0"/>
              <a:t>…)</a:t>
            </a:r>
            <a:endParaRPr kumimoji="1" lang="ja-JP" altLang="en-US" sz="1600" dirty="0"/>
          </a:p>
        </p:txBody>
      </p:sp>
      <p:sp>
        <p:nvSpPr>
          <p:cNvPr id="3" name="コンテンツ プレースホルダー 2"/>
          <p:cNvSpPr>
            <a:spLocks noGrp="1"/>
          </p:cNvSpPr>
          <p:nvPr>
            <p:ph sz="quarter" idx="10"/>
          </p:nvPr>
        </p:nvSpPr>
        <p:spPr/>
        <p:txBody>
          <a:bodyPr>
            <a:normAutofit/>
          </a:bodyPr>
          <a:lstStyle/>
          <a:p>
            <a:r>
              <a:rPr lang="en-US" altLang="ja-JP" sz="1600" dirty="0"/>
              <a:t>Print SQL statements from </a:t>
            </a:r>
            <a:r>
              <a:rPr lang="en-US" altLang="ja-JP" sz="1600" dirty="0" err="1"/>
              <a:t>ndb_restore</a:t>
            </a:r>
            <a:r>
              <a:rPr lang="en-US" altLang="ja-JP" sz="1600" dirty="0" smtClean="0"/>
              <a:t>.</a:t>
            </a:r>
          </a:p>
          <a:p>
            <a:r>
              <a:rPr lang="en-US" altLang="ja-JP" sz="1600" dirty="0"/>
              <a:t>Organization of RPM packages</a:t>
            </a:r>
            <a:r>
              <a:rPr lang="en-US" altLang="ja-JP" sz="1600" dirty="0" smtClean="0"/>
              <a:t>.</a:t>
            </a:r>
          </a:p>
          <a:p>
            <a:r>
              <a:rPr lang="en-US" altLang="ja-JP" sz="1600" dirty="0" err="1"/>
              <a:t>ndbinfo</a:t>
            </a:r>
            <a:r>
              <a:rPr lang="en-US" altLang="ja-JP" sz="1600" dirty="0"/>
              <a:t> processes and </a:t>
            </a:r>
            <a:r>
              <a:rPr lang="en-US" altLang="ja-JP" sz="1600" dirty="0" err="1"/>
              <a:t>config_nodes</a:t>
            </a:r>
            <a:r>
              <a:rPr lang="en-US" altLang="ja-JP" sz="1600" dirty="0"/>
              <a:t> tables</a:t>
            </a:r>
            <a:r>
              <a:rPr lang="en-US" altLang="ja-JP" sz="1600" dirty="0" smtClean="0"/>
              <a:t>.</a:t>
            </a:r>
          </a:p>
          <a:p>
            <a:r>
              <a:rPr lang="en-US" altLang="ja-JP" sz="1600" dirty="0"/>
              <a:t>System name</a:t>
            </a:r>
            <a:r>
              <a:rPr lang="en-US" altLang="ja-JP" sz="1600" dirty="0" smtClean="0"/>
              <a:t>.</a:t>
            </a:r>
          </a:p>
          <a:p>
            <a:pPr marL="0" indent="0">
              <a:buNone/>
            </a:pPr>
            <a:endParaRPr lang="en-US" altLang="ja-JP" sz="1600" dirty="0" smtClean="0"/>
          </a:p>
        </p:txBody>
      </p:sp>
    </p:spTree>
    <p:extLst>
      <p:ext uri="{BB962C8B-B14F-4D97-AF65-F5344CB8AC3E}">
        <p14:creationId xmlns:p14="http://schemas.microsoft.com/office/powerpoint/2010/main" val="33008585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License Information</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a:t>It is available as both open source and commercial editions. The Community (OSS) Edition is available under the free software/</a:t>
            </a:r>
            <a:r>
              <a:rPr lang="en-US" altLang="ja-JP" sz="1600" dirty="0" err="1"/>
              <a:t>opensource</a:t>
            </a:r>
            <a:r>
              <a:rPr lang="en-US" altLang="ja-JP" sz="1600" dirty="0"/>
              <a:t> GNU General Public License (commonly known as the "GPL</a:t>
            </a:r>
            <a:r>
              <a:rPr lang="en-US" altLang="ja-JP" sz="1600" dirty="0" smtClean="0"/>
              <a:t>").</a:t>
            </a:r>
          </a:p>
          <a:p>
            <a:endParaRPr kumimoji="1" lang="en-US" altLang="ja-JP" sz="1600" dirty="0"/>
          </a:p>
          <a:p>
            <a:r>
              <a:rPr lang="en-US" altLang="ja-JP" sz="1600" dirty="0" smtClean="0"/>
              <a:t>Community Version</a:t>
            </a:r>
          </a:p>
          <a:p>
            <a:pPr lvl="1"/>
            <a:r>
              <a:rPr lang="en-US" altLang="ja-JP" sz="1200" b="1" dirty="0"/>
              <a:t>Product License - MySQL NDB Cluster 7.5 </a:t>
            </a:r>
            <a:r>
              <a:rPr lang="en-US" altLang="ja-JP" sz="1200" dirty="0"/>
              <a:t>This is a release of MySQL NDB Cluster, the dual-license clustered, high-availability version of the open-source MySQL database, using the NDBCLUSTER storage engine. For the avoidance of doubt, this particular copy of the software is released under version 2 of the GNU General Public License. MySQL NDB Cluster is brought to you by the MySQL team at Oracle. </a:t>
            </a:r>
            <a:endParaRPr kumimoji="1" lang="ja-JP" altLang="en-US" sz="1200" dirty="0"/>
          </a:p>
        </p:txBody>
      </p:sp>
    </p:spTree>
    <p:extLst>
      <p:ext uri="{BB962C8B-B14F-4D97-AF65-F5344CB8AC3E}">
        <p14:creationId xmlns:p14="http://schemas.microsoft.com/office/powerpoint/2010/main" val="42572531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MySQL Cluster: Architecture</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altLang="ja-JP" sz="1800" dirty="0"/>
              <a:t>Architecturally, MySQL Cluster consists of three different node types, each serving a dedicated role </a:t>
            </a:r>
            <a:r>
              <a:rPr lang="en-US" altLang="ja-JP" sz="1800" dirty="0" smtClean="0"/>
              <a:t>in </a:t>
            </a:r>
            <a:r>
              <a:rPr lang="en-US" altLang="ja-JP" sz="1800" dirty="0"/>
              <a:t>delivering 99.999% </a:t>
            </a:r>
            <a:r>
              <a:rPr lang="en-US" altLang="ja-JP" sz="1800" dirty="0" smtClean="0"/>
              <a:t>availability </a:t>
            </a:r>
            <a:r>
              <a:rPr lang="en-US" altLang="ja-JP" sz="1800" dirty="0"/>
              <a:t>with real time performance and linear scalability of both read and </a:t>
            </a:r>
            <a:r>
              <a:rPr lang="en-US" altLang="ja-JP" sz="1800" dirty="0" smtClean="0"/>
              <a:t>write </a:t>
            </a:r>
            <a:r>
              <a:rPr lang="en-US" altLang="ja-JP" sz="1800" dirty="0"/>
              <a:t>operations</a:t>
            </a:r>
            <a:r>
              <a:rPr lang="en-US" altLang="ja-JP" sz="1800" dirty="0" smtClean="0"/>
              <a:t>.</a:t>
            </a:r>
          </a:p>
          <a:p>
            <a:pPr marL="0" indent="0">
              <a:buNone/>
            </a:pPr>
            <a:endParaRPr lang="en-US" altLang="ja-JP" sz="1800" dirty="0"/>
          </a:p>
          <a:p>
            <a:pPr marL="0" indent="0">
              <a:buNone/>
            </a:pPr>
            <a:endParaRPr lang="en-US" altLang="ja-JP" sz="1800" dirty="0" smtClean="0"/>
          </a:p>
          <a:p>
            <a:pPr marL="0" indent="0">
              <a:buNone/>
            </a:pPr>
            <a:endParaRPr lang="en-US" altLang="ja-JP" sz="1800" dirty="0"/>
          </a:p>
          <a:p>
            <a:pPr marL="0" indent="0">
              <a:buNone/>
            </a:pPr>
            <a:endParaRPr lang="en-US" altLang="ja-JP" sz="1800" dirty="0" smtClean="0"/>
          </a:p>
          <a:p>
            <a:pPr marL="0" indent="0">
              <a:buNone/>
            </a:pPr>
            <a:endParaRPr lang="en-US" altLang="ja-JP" sz="1800" dirty="0"/>
          </a:p>
          <a:p>
            <a:pPr marL="0" indent="0">
              <a:buNone/>
            </a:pPr>
            <a:endParaRPr lang="en-US" altLang="ja-JP" sz="1800" dirty="0" smtClean="0"/>
          </a:p>
          <a:p>
            <a:pPr marL="0" indent="0">
              <a:buNone/>
            </a:pPr>
            <a:endParaRPr lang="en-US" altLang="ja-JP" sz="1800" dirty="0"/>
          </a:p>
          <a:p>
            <a:pPr marL="0" indent="0">
              <a:buNone/>
            </a:pPr>
            <a:endParaRPr lang="en-US" altLang="ja-JP" sz="1800" dirty="0" smtClean="0"/>
          </a:p>
          <a:p>
            <a:pPr marL="0" indent="0">
              <a:buNone/>
            </a:pPr>
            <a:endParaRPr lang="en-US" altLang="ja-JP" sz="1800" dirty="0"/>
          </a:p>
          <a:p>
            <a:pPr marL="0" indent="0">
              <a:buNone/>
            </a:pPr>
            <a:endParaRPr lang="en-US" altLang="ja-JP" sz="1800" dirty="0" smtClean="0"/>
          </a:p>
          <a:p>
            <a:pPr marL="0" indent="0">
              <a:buNone/>
            </a:pPr>
            <a:endParaRPr lang="en-US" altLang="ja-JP" sz="1800" dirty="0" smtClean="0"/>
          </a:p>
          <a:p>
            <a:pPr marL="0" indent="0">
              <a:buNone/>
            </a:pPr>
            <a:r>
              <a:rPr lang="en-US" altLang="ja-JP" sz="1800" dirty="0" smtClean="0"/>
              <a:t>The </a:t>
            </a:r>
            <a:r>
              <a:rPr lang="en-US" altLang="ja-JP" sz="1800" dirty="0"/>
              <a:t>figure above shows a simplified architecture diagram of a MySQL Cluster consisting of twelve Data Nodes split across six node groups</a:t>
            </a:r>
            <a:r>
              <a:rPr lang="en-US" altLang="ja-JP" sz="1800" dirty="0" smtClean="0"/>
              <a:t>.</a:t>
            </a:r>
          </a:p>
        </p:txBody>
      </p:sp>
      <p:pic>
        <p:nvPicPr>
          <p:cNvPr id="4" name="Picture 3"/>
          <p:cNvPicPr>
            <a:picLocks noChangeAspect="1"/>
          </p:cNvPicPr>
          <p:nvPr/>
        </p:nvPicPr>
        <p:blipFill>
          <a:blip r:embed="rId2"/>
          <a:stretch>
            <a:fillRect/>
          </a:stretch>
        </p:blipFill>
        <p:spPr>
          <a:xfrm>
            <a:off x="1698178" y="2250506"/>
            <a:ext cx="5747639" cy="2639797"/>
          </a:xfrm>
          <a:prstGeom prst="rect">
            <a:avLst/>
          </a:prstGeom>
          <a:ln>
            <a:solidFill>
              <a:schemeClr val="tx1"/>
            </a:solidFill>
          </a:ln>
        </p:spPr>
      </p:pic>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MySQL Cluster: Architecture</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altLang="ja-JP" sz="1800" dirty="0" smtClean="0"/>
              <a:t>NDB Cluster Components</a:t>
            </a:r>
            <a:endParaRPr lang="en-US" altLang="ja-JP" sz="1800" dirty="0"/>
          </a:p>
        </p:txBody>
      </p:sp>
      <p:pic>
        <p:nvPicPr>
          <p:cNvPr id="5" name="Picture 4"/>
          <p:cNvPicPr>
            <a:picLocks noChangeAspect="1"/>
          </p:cNvPicPr>
          <p:nvPr/>
        </p:nvPicPr>
        <p:blipFill>
          <a:blip r:embed="rId2"/>
          <a:stretch>
            <a:fillRect/>
          </a:stretch>
        </p:blipFill>
        <p:spPr>
          <a:xfrm>
            <a:off x="1519375" y="1473201"/>
            <a:ext cx="6105250" cy="3952238"/>
          </a:xfrm>
          <a:prstGeom prst="rect">
            <a:avLst/>
          </a:prstGeom>
          <a:ln>
            <a:solidFill>
              <a:schemeClr val="tx1"/>
            </a:solidFill>
          </a:ln>
        </p:spPr>
      </p:pic>
    </p:spTree>
    <p:extLst>
      <p:ext uri="{BB962C8B-B14F-4D97-AF65-F5344CB8AC3E}">
        <p14:creationId xmlns:p14="http://schemas.microsoft.com/office/powerpoint/2010/main" val="17175463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sz="quarter" idx="10"/>
          </p:nvPr>
        </p:nvSpPr>
        <p:spPr/>
        <p:txBody>
          <a:bodyPr>
            <a:normAutofit/>
          </a:bodyPr>
          <a:lstStyle/>
          <a:p>
            <a:pPr marL="0" indent="0">
              <a:buNone/>
            </a:pPr>
            <a:r>
              <a:rPr lang="en-US" sz="1900" b="1" dirty="0"/>
              <a:t>NDB Cluster </a:t>
            </a:r>
            <a:r>
              <a:rPr lang="en-US" sz="1900" b="1" dirty="0" smtClean="0"/>
              <a:t>Nodes, </a:t>
            </a:r>
            <a:r>
              <a:rPr lang="en-US" sz="1900" b="1" dirty="0"/>
              <a:t>Node Groups, Replicas, and </a:t>
            </a:r>
            <a:r>
              <a:rPr lang="en-US" sz="1900" b="1" dirty="0" smtClean="0"/>
              <a:t>Partitions</a:t>
            </a:r>
          </a:p>
          <a:p>
            <a:pPr marL="0" indent="0">
              <a:buNone/>
            </a:pPr>
            <a:endParaRPr kumimoji="1" lang="en-US" altLang="ja-JP" sz="1200" dirty="0"/>
          </a:p>
          <a:p>
            <a:r>
              <a:rPr lang="en-US" sz="1600" b="1" dirty="0" smtClean="0"/>
              <a:t>Data node.  </a:t>
            </a:r>
            <a:r>
              <a:rPr lang="en-US" sz="1600" dirty="0" smtClean="0"/>
              <a:t>An </a:t>
            </a:r>
            <a:r>
              <a:rPr lang="en-US" sz="1600" i="1" dirty="0" err="1" smtClean="0"/>
              <a:t>ndbd</a:t>
            </a:r>
            <a:r>
              <a:rPr lang="en-US" sz="1600" dirty="0" smtClean="0"/>
              <a:t> or </a:t>
            </a:r>
            <a:r>
              <a:rPr lang="en-US" sz="1600" i="1" dirty="0" err="1" smtClean="0"/>
              <a:t>ndbmtd</a:t>
            </a:r>
            <a:r>
              <a:rPr lang="en-US" sz="1600" dirty="0" smtClean="0"/>
              <a:t> process, which stores one or more </a:t>
            </a:r>
            <a:r>
              <a:rPr lang="en-US" sz="1600" i="1" dirty="0" smtClean="0"/>
              <a:t>replicas</a:t>
            </a:r>
            <a:r>
              <a:rPr lang="en-US" sz="1600" dirty="0" smtClean="0"/>
              <a:t>—that is, copies of the </a:t>
            </a:r>
            <a:r>
              <a:rPr lang="en-US" sz="1600" i="1" dirty="0" smtClean="0"/>
              <a:t>partitions</a:t>
            </a:r>
            <a:r>
              <a:rPr lang="en-US" sz="1600" dirty="0" smtClean="0"/>
              <a:t> assigned to the </a:t>
            </a:r>
            <a:r>
              <a:rPr lang="en-US" sz="1600" i="1" dirty="0" smtClean="0"/>
              <a:t>node group</a:t>
            </a:r>
            <a:r>
              <a:rPr lang="en-US" sz="1600" dirty="0" smtClean="0"/>
              <a:t> of which the node is a member.</a:t>
            </a:r>
          </a:p>
          <a:p>
            <a:endParaRPr lang="en-US" sz="1200" dirty="0" smtClean="0"/>
          </a:p>
          <a:p>
            <a:pPr marL="169863" indent="0">
              <a:buNone/>
            </a:pPr>
            <a:r>
              <a:rPr lang="en-US" sz="1600" dirty="0" smtClean="0"/>
              <a:t>Each data node should be located on a separate computer. While it is also possible to host multiple data node processes on a single computer, such a configuration is not usually recommended.</a:t>
            </a:r>
          </a:p>
          <a:p>
            <a:pPr marL="169863" indent="0">
              <a:buNone/>
            </a:pPr>
            <a:endParaRPr lang="en-US" sz="1200" dirty="0" smtClean="0"/>
          </a:p>
          <a:p>
            <a:pPr marL="169863" indent="0">
              <a:buNone/>
            </a:pPr>
            <a:r>
              <a:rPr lang="en-US" sz="1600" dirty="0"/>
              <a:t>This type of node stores cluster data. There are as many data nodes as there </a:t>
            </a:r>
            <a:r>
              <a:rPr lang="en-US" sz="1600" dirty="0" smtClean="0"/>
              <a:t>are replicas</a:t>
            </a:r>
            <a:r>
              <a:rPr lang="en-US" sz="1600" dirty="0"/>
              <a:t>, times the number of fragments. For example, with two replicas, each having two fragments, you need </a:t>
            </a:r>
            <a:r>
              <a:rPr lang="en-US" sz="1600" dirty="0" smtClean="0"/>
              <a:t>four data </a:t>
            </a:r>
            <a:r>
              <a:rPr lang="en-US" sz="1600" dirty="0"/>
              <a:t>nodes. One replica is sufficient for data </a:t>
            </a:r>
            <a:r>
              <a:rPr lang="en-US" sz="1600" dirty="0" smtClean="0"/>
              <a:t>storage</a:t>
            </a:r>
            <a:r>
              <a:rPr lang="en-US" sz="1600" dirty="0"/>
              <a:t>, but provides no redundancy; therefore, it </a:t>
            </a:r>
            <a:r>
              <a:rPr lang="en-US" sz="1600" dirty="0" smtClean="0"/>
              <a:t>is recommended </a:t>
            </a:r>
            <a:r>
              <a:rPr lang="en-US" sz="1600" dirty="0"/>
              <a:t>to have 2 (or more) replicas to provide redundancy, and thus high availability.</a:t>
            </a:r>
          </a:p>
          <a:p>
            <a:pPr marL="169863" indent="0">
              <a:buNone/>
            </a:pPr>
            <a:endParaRPr lang="en-US" sz="1200" dirty="0"/>
          </a:p>
          <a:p>
            <a:pPr lvl="1"/>
            <a:r>
              <a:rPr lang="en-US" sz="1200" b="1" dirty="0"/>
              <a:t>Node group</a:t>
            </a:r>
            <a:r>
              <a:rPr lang="en-US" sz="1200" dirty="0"/>
              <a:t>.  A node group consists of one or more nodes, and stores partitions, or sets of </a:t>
            </a:r>
            <a:r>
              <a:rPr lang="en-US" sz="1200" dirty="0" smtClean="0"/>
              <a:t>replicas. The </a:t>
            </a:r>
            <a:r>
              <a:rPr lang="en-US" sz="1200" dirty="0"/>
              <a:t>number of node groups in an NDB Cluster is not directly configurable; it is a function of the </a:t>
            </a:r>
            <a:r>
              <a:rPr lang="en-US" sz="1200" dirty="0" smtClean="0"/>
              <a:t>number of </a:t>
            </a:r>
            <a:r>
              <a:rPr lang="en-US" sz="1200" dirty="0"/>
              <a:t>data nodes and of the number of replicas (</a:t>
            </a:r>
            <a:r>
              <a:rPr lang="en-US" sz="1200" dirty="0" err="1"/>
              <a:t>NoOfReplicas</a:t>
            </a:r>
            <a:r>
              <a:rPr lang="en-US" sz="1200" dirty="0"/>
              <a:t> configuration parameter), as shown here</a:t>
            </a:r>
            <a:r>
              <a:rPr lang="en-US" sz="1200" dirty="0" smtClean="0"/>
              <a:t>:</a:t>
            </a:r>
          </a:p>
          <a:p>
            <a:pPr marL="349863" lvl="1" indent="0" algn="ctr">
              <a:buNone/>
            </a:pPr>
            <a:endParaRPr lang="en-US" sz="1400" dirty="0"/>
          </a:p>
        </p:txBody>
      </p:sp>
      <p:sp>
        <p:nvSpPr>
          <p:cNvPr id="5" name="Rectangle 4"/>
          <p:cNvSpPr/>
          <p:nvPr/>
        </p:nvSpPr>
        <p:spPr bwMode="auto">
          <a:xfrm>
            <a:off x="2044207" y="5934501"/>
            <a:ext cx="5184743" cy="376411"/>
          </a:xfrm>
          <a:prstGeom prst="rect">
            <a:avLst/>
          </a:prstGeom>
          <a:solidFill>
            <a:schemeClr val="bg1">
              <a:lumMod val="50000"/>
              <a:alpha val="20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1" algn="ctr"/>
            <a:r>
              <a:rPr lang="en-US" sz="1400" dirty="0" smtClean="0"/>
              <a:t>[# </a:t>
            </a:r>
            <a:r>
              <a:rPr lang="en-US" sz="1400" dirty="0"/>
              <a:t>of node groups] = [# of data nodes] / </a:t>
            </a:r>
            <a:r>
              <a:rPr lang="en-US" sz="1400" dirty="0" err="1" smtClean="0"/>
              <a:t>NoOfReplicas</a:t>
            </a:r>
            <a:endParaRPr lang="en-US" sz="1400" dirty="0"/>
          </a:p>
        </p:txBody>
      </p:sp>
      <p:sp>
        <p:nvSpPr>
          <p:cNvPr id="2" name="タイトル 1"/>
          <p:cNvSpPr>
            <a:spLocks noGrp="1"/>
          </p:cNvSpPr>
          <p:nvPr>
            <p:ph type="title"/>
          </p:nvPr>
        </p:nvSpPr>
        <p:spPr/>
        <p:txBody>
          <a:bodyPr/>
          <a:lstStyle/>
          <a:p>
            <a:r>
              <a:rPr kumimoji="1" lang="en-US" altLang="ja-JP" dirty="0" smtClean="0"/>
              <a:t>MySQL Cluster: Components (Data node)</a:t>
            </a:r>
            <a:endParaRPr kumimoji="1" lang="ja-JP" altLang="en-US" dirty="0"/>
          </a:p>
        </p:txBody>
      </p:sp>
    </p:spTree>
    <p:extLst>
      <p:ext uri="{BB962C8B-B14F-4D97-AF65-F5344CB8AC3E}">
        <p14:creationId xmlns:p14="http://schemas.microsoft.com/office/powerpoint/2010/main" val="25593391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a:t>
            </a:r>
            <a:r>
              <a:rPr lang="en-US" altLang="ja-JP" dirty="0" smtClean="0"/>
              <a:t>Components (Data node)</a:t>
            </a:r>
            <a:endParaRPr kumimoji="1" lang="ja-JP" altLang="en-US" dirty="0"/>
          </a:p>
        </p:txBody>
      </p:sp>
      <p:sp>
        <p:nvSpPr>
          <p:cNvPr id="3" name="コンテンツ プレースホルダー 2"/>
          <p:cNvSpPr>
            <a:spLocks noGrp="1"/>
          </p:cNvSpPr>
          <p:nvPr>
            <p:ph sz="quarter" idx="10"/>
          </p:nvPr>
        </p:nvSpPr>
        <p:spPr/>
        <p:txBody>
          <a:bodyPr>
            <a:normAutofit/>
          </a:bodyPr>
          <a:lstStyle/>
          <a:p>
            <a:pPr lvl="1">
              <a:buFont typeface="Arial" panose="020B0604020202020204" pitchFamily="34" charset="0"/>
              <a:buChar char="•"/>
            </a:pPr>
            <a:r>
              <a:rPr lang="en-US" altLang="ja-JP" sz="1200" b="1" dirty="0" smtClean="0"/>
              <a:t>Partition</a:t>
            </a:r>
            <a:r>
              <a:rPr lang="en-US" altLang="ja-JP" sz="1200" dirty="0" smtClean="0"/>
              <a:t>. </a:t>
            </a:r>
            <a:r>
              <a:rPr lang="en-US" altLang="ja-JP" sz="1200" dirty="0"/>
              <a:t>This is a portion of the data stored by the cluster. Each node is responsible for keeping at least " one copy of any partitions assigned to it (that is, at least one replica) </a:t>
            </a:r>
            <a:r>
              <a:rPr lang="en-US" altLang="ja-JP" sz="1200" dirty="0" smtClean="0"/>
              <a:t>available </a:t>
            </a:r>
            <a:r>
              <a:rPr lang="en-US" altLang="ja-JP" sz="1200" dirty="0"/>
              <a:t>to the cluster</a:t>
            </a:r>
            <a:r>
              <a:rPr lang="en-US" altLang="ja-JP" sz="1200" dirty="0" smtClean="0"/>
              <a:t>.</a:t>
            </a:r>
          </a:p>
          <a:p>
            <a:pPr lvl="1">
              <a:buFont typeface="Arial" panose="020B0604020202020204" pitchFamily="34" charset="0"/>
              <a:buChar char="•"/>
            </a:pPr>
            <a:endParaRPr kumimoji="1" lang="en-US" altLang="ja-JP" sz="1200" dirty="0"/>
          </a:p>
          <a:p>
            <a:pPr lvl="1">
              <a:buFont typeface="Arial" panose="020B0604020202020204" pitchFamily="34" charset="0"/>
              <a:buChar char="•"/>
            </a:pPr>
            <a:endParaRPr kumimoji="1" lang="ja-JP" altLang="en-US" sz="1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688" y="1476442"/>
            <a:ext cx="6778625" cy="360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(Data node)</a:t>
            </a:r>
            <a:endParaRPr kumimoji="1" lang="ja-JP" altLang="en-US" dirty="0"/>
          </a:p>
        </p:txBody>
      </p:sp>
      <p:sp>
        <p:nvSpPr>
          <p:cNvPr id="3" name="コンテンツ プレースホルダー 2"/>
          <p:cNvSpPr>
            <a:spLocks noGrp="1"/>
          </p:cNvSpPr>
          <p:nvPr>
            <p:ph sz="quarter" idx="10"/>
          </p:nvPr>
        </p:nvSpPr>
        <p:spPr/>
        <p:txBody>
          <a:bodyPr>
            <a:normAutofit/>
          </a:bodyPr>
          <a:lstStyle/>
          <a:p>
            <a:pPr lvl="1"/>
            <a:r>
              <a:rPr lang="en-US" sz="1200" b="1" dirty="0" smtClean="0"/>
              <a:t>Replica</a:t>
            </a:r>
            <a:r>
              <a:rPr lang="en-US" sz="1200" dirty="0"/>
              <a:t>.  This is a copy of a cluster partition. Each node in a node group stores a replica. Also sometimes known as a </a:t>
            </a:r>
            <a:r>
              <a:rPr lang="en-US" sz="1200" i="1" dirty="0"/>
              <a:t>partition replica</a:t>
            </a:r>
            <a:r>
              <a:rPr lang="en-US" sz="1200" dirty="0"/>
              <a:t>. The number of replicas is equal to the number of nodes per node group</a:t>
            </a:r>
            <a:r>
              <a:rPr lang="en-US" sz="1200" dirty="0" smtClean="0"/>
              <a:t>.</a:t>
            </a:r>
          </a:p>
          <a:p>
            <a:pPr lvl="1"/>
            <a:endParaRPr lang="en-US" sz="1200" dirty="0"/>
          </a:p>
          <a:p>
            <a:pPr marL="339725" lvl="1" indent="0">
              <a:buNone/>
            </a:pPr>
            <a:r>
              <a:rPr lang="en-US" sz="1200" dirty="0" smtClean="0"/>
              <a:t>The number of replica is decided by the </a:t>
            </a:r>
            <a:r>
              <a:rPr lang="en-US" sz="1200" i="1" dirty="0" err="1" smtClean="0"/>
              <a:t>NoOfReplica</a:t>
            </a:r>
            <a:r>
              <a:rPr lang="en-US" sz="1200" dirty="0" smtClean="0"/>
              <a:t> parameter in the global </a:t>
            </a:r>
            <a:r>
              <a:rPr lang="en-US" sz="1200" dirty="0" err="1" smtClean="0"/>
              <a:t>configuraiton</a:t>
            </a:r>
            <a:r>
              <a:rPr lang="en-US" sz="1200" dirty="0" smtClean="0"/>
              <a:t> (config.ini) file in the management node.</a:t>
            </a:r>
            <a:endParaRPr lang="en-US" sz="1000" dirty="0"/>
          </a:p>
        </p:txBody>
      </p:sp>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(Data node)</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smtClean="0"/>
              <a:t>NoOfReplicas</a:t>
            </a:r>
            <a:r>
              <a:rPr lang="en-US" sz="1800" dirty="0" smtClean="0"/>
              <a:t>=1 </a:t>
            </a:r>
            <a:r>
              <a:rPr lang="en-US" sz="1800" dirty="0"/>
              <a:t>(2 </a:t>
            </a:r>
            <a:r>
              <a:rPr lang="en-US" sz="1800" dirty="0" err="1"/>
              <a:t>nbd</a:t>
            </a:r>
            <a:r>
              <a:rPr lang="en-US" sz="1800" dirty="0"/>
              <a:t> nodes</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11" name="Rectangle 10"/>
          <p:cNvSpPr/>
          <p:nvPr/>
        </p:nvSpPr>
        <p:spPr>
          <a:xfrm>
            <a:off x="7145671" y="1371599"/>
            <a:ext cx="1447800" cy="2590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a:t>
            </a:r>
            <a:r>
              <a:rPr lang="en-US" smtClean="0"/>
              <a:t>group #1</a:t>
            </a:r>
            <a:endParaRPr lang="en-US" dirty="0"/>
          </a:p>
        </p:txBody>
      </p:sp>
      <p:sp>
        <p:nvSpPr>
          <p:cNvPr id="12" name="Rectangle 11"/>
          <p:cNvSpPr/>
          <p:nvPr/>
        </p:nvSpPr>
        <p:spPr>
          <a:xfrm>
            <a:off x="5257800" y="1371599"/>
            <a:ext cx="1447800" cy="2590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#0</a:t>
            </a:r>
            <a:endParaRPr lang="en-US" dirty="0"/>
          </a:p>
        </p:txBody>
      </p:sp>
      <p:sp>
        <p:nvSpPr>
          <p:cNvPr id="13" name="Rectangle 12"/>
          <p:cNvSpPr/>
          <p:nvPr/>
        </p:nvSpPr>
        <p:spPr>
          <a:xfrm>
            <a:off x="5357102" y="1524000"/>
            <a:ext cx="1214938" cy="181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r>
              <a:rPr lang="en-US" dirty="0" err="1" smtClean="0"/>
              <a:t>ndb</a:t>
            </a:r>
            <a:r>
              <a:rPr lang="en-US" dirty="0" smtClean="0"/>
              <a:t> node</a:t>
            </a:r>
            <a:endParaRPr lang="en-US" dirty="0"/>
          </a:p>
        </p:txBody>
      </p:sp>
      <p:sp>
        <p:nvSpPr>
          <p:cNvPr id="14" name="Rectangle 13"/>
          <p:cNvSpPr/>
          <p:nvPr/>
        </p:nvSpPr>
        <p:spPr>
          <a:xfrm>
            <a:off x="7262102" y="1524000"/>
            <a:ext cx="1214938" cy="181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r>
              <a:rPr lang="en-US" dirty="0" err="1" smtClean="0"/>
              <a:t>ndb</a:t>
            </a:r>
            <a:r>
              <a:rPr lang="en-US" dirty="0" smtClean="0"/>
              <a:t> node</a:t>
            </a:r>
            <a:endParaRPr lang="en-US" dirty="0"/>
          </a:p>
        </p:txBody>
      </p:sp>
      <p:sp>
        <p:nvSpPr>
          <p:cNvPr id="15" name="Rectangle 14"/>
          <p:cNvSpPr/>
          <p:nvPr/>
        </p:nvSpPr>
        <p:spPr>
          <a:xfrm>
            <a:off x="504264" y="1371599"/>
            <a:ext cx="4498660" cy="159231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err="1">
                <a:solidFill>
                  <a:sysClr val="windowText" lastClr="000000"/>
                </a:solidFill>
                <a:latin typeface="Courier New" panose="02070309020205020404" pitchFamily="49" charset="0"/>
                <a:cs typeface="Courier New" panose="02070309020205020404" pitchFamily="49" charset="0"/>
              </a:rPr>
              <a:t>my.cnf</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1</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p:txBody>
      </p:sp>
      <p:sp>
        <p:nvSpPr>
          <p:cNvPr id="16" name="Rectangle 15"/>
          <p:cNvSpPr/>
          <p:nvPr/>
        </p:nvSpPr>
        <p:spPr>
          <a:xfrm>
            <a:off x="504264" y="3076096"/>
            <a:ext cx="4498660" cy="2803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a:t>
            </a:r>
            <a:r>
              <a:rPr lang="en-US" sz="900" dirty="0">
                <a:solidFill>
                  <a:sysClr val="windowText" lastClr="000000"/>
                </a:solidFill>
                <a:latin typeface="Courier New" panose="02070309020205020404" pitchFamily="49" charset="0"/>
                <a:cs typeface="Courier New" panose="02070309020205020404" pitchFamily="49" charset="0"/>
              </a:rPr>
              <a:t>root@mgm-node-01 ~]# </a:t>
            </a:r>
            <a:r>
              <a:rPr lang="en-US" sz="900" dirty="0" err="1">
                <a:solidFill>
                  <a:sysClr val="windowText" lastClr="000000"/>
                </a:solidFill>
                <a:latin typeface="Courier New" panose="02070309020205020404" pitchFamily="49" charset="0"/>
                <a:cs typeface="Courier New" panose="02070309020205020404" pitchFamily="49" charset="0"/>
              </a:rPr>
              <a:t>ndb_mgm</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 NDB Cluster -- Management Client --</a:t>
            </a: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 show</a:t>
            </a:r>
          </a:p>
          <a:p>
            <a:r>
              <a:rPr lang="en-US" sz="900" dirty="0">
                <a:solidFill>
                  <a:sysClr val="windowText" lastClr="000000"/>
                </a:solidFill>
                <a:latin typeface="Courier New" panose="02070309020205020404" pitchFamily="49" charset="0"/>
                <a:cs typeface="Courier New" panose="02070309020205020404" pitchFamily="49" charset="0"/>
              </a:rPr>
              <a:t>Connected 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a:t>
            </a:r>
            <a:r>
              <a:rPr lang="en-US" sz="900" dirty="0" smtClean="0">
                <a:solidFill>
                  <a:sysClr val="windowText" lastClr="000000"/>
                </a:solidFill>
                <a:latin typeface="Courier New" panose="02070309020205020404" pitchFamily="49" charset="0"/>
                <a:cs typeface="Courier New" panose="02070309020205020404" pitchFamily="49" charset="0"/>
              </a:rPr>
              <a:t>2 </a:t>
            </a:r>
            <a:r>
              <a:rPr lang="en-US" sz="900" dirty="0">
                <a:solidFill>
                  <a:sysClr val="windowText" lastClr="000000"/>
                </a:solidFill>
                <a:latin typeface="Courier New" panose="02070309020205020404" pitchFamily="49" charset="0"/>
                <a:cs typeface="Courier New" panose="02070309020205020404" pitchFamily="49" charset="0"/>
              </a:rPr>
              <a:t>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r>
              <a:rPr lang="en-US" sz="900" dirty="0" smtClean="0">
                <a:solidFill>
                  <a:sysClr val="windowText" lastClr="000000"/>
                </a:solidFill>
                <a:latin typeface="Courier New" panose="02070309020205020404" pitchFamily="49" charset="0"/>
                <a:cs typeface="Courier New" panose="02070309020205020404" pitchFamily="49" charset="0"/>
              </a:rPr>
              <a:t>)</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ndb_mgmd</a:t>
            </a:r>
            <a:r>
              <a:rPr lang="en-US" sz="900" dirty="0">
                <a:solidFill>
                  <a:sysClr val="windowText" lastClr="000000"/>
                </a:solidFill>
                <a:latin typeface="Courier New" panose="02070309020205020404" pitchFamily="49" charset="0"/>
                <a:cs typeface="Courier New" panose="02070309020205020404" pitchFamily="49" charset="0"/>
              </a:rPr>
              <a:t>(MGM)] 1 node(s)</a:t>
            </a:r>
          </a:p>
          <a:p>
            <a:r>
              <a:rPr lang="en-US" sz="900" dirty="0">
                <a:solidFill>
                  <a:sysClr val="windowText" lastClr="000000"/>
                </a:solidFill>
                <a:latin typeface="Courier New" panose="02070309020205020404" pitchFamily="49" charset="0"/>
                <a:cs typeface="Courier New" panose="02070309020205020404" pitchFamily="49" charset="0"/>
              </a:rPr>
              <a:t>id=1    @192.168.50.51  (mysql-5.7.18 ndb-7.5.6)</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mysqld</a:t>
            </a:r>
            <a:r>
              <a:rPr lang="en-US" sz="900" dirty="0">
                <a:solidFill>
                  <a:sysClr val="windowText" lastClr="000000"/>
                </a:solidFill>
                <a:latin typeface="Courier New" panose="02070309020205020404" pitchFamily="49" charset="0"/>
                <a:cs typeface="Courier New" panose="02070309020205020404" pitchFamily="49" charset="0"/>
              </a:rPr>
              <a:t>(API)]   2 node(s)</a:t>
            </a:r>
          </a:p>
          <a:p>
            <a:r>
              <a:rPr lang="en-US" sz="900" dirty="0">
                <a:solidFill>
                  <a:sysClr val="windowText" lastClr="000000"/>
                </a:solidFill>
                <a:latin typeface="Courier New" panose="02070309020205020404" pitchFamily="49" charset="0"/>
                <a:cs typeface="Courier New" panose="02070309020205020404" pitchFamily="49" charset="0"/>
              </a:rPr>
              <a:t>id=50 (not connected, accepting connect from 192.168.50.53)</a:t>
            </a:r>
          </a:p>
          <a:p>
            <a:r>
              <a:rPr lang="en-US" sz="900" dirty="0">
                <a:solidFill>
                  <a:sysClr val="windowText" lastClr="000000"/>
                </a:solidFill>
                <a:latin typeface="Courier New" panose="02070309020205020404" pitchFamily="49" charset="0"/>
                <a:cs typeface="Courier New" panose="02070309020205020404" pitchFamily="49" charset="0"/>
              </a:rPr>
              <a:t>id=51 (not connected, accepting connect from 192.168.50.54)</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17" name="Rectangle 16"/>
          <p:cNvSpPr/>
          <p:nvPr/>
        </p:nvSpPr>
        <p:spPr bwMode="auto">
          <a:xfrm>
            <a:off x="5475890" y="1639614"/>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18" name="Rectangle 17"/>
          <p:cNvSpPr/>
          <p:nvPr/>
        </p:nvSpPr>
        <p:spPr bwMode="auto">
          <a:xfrm>
            <a:off x="7396605" y="1639614"/>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Tree>
    <p:extLst>
      <p:ext uri="{BB962C8B-B14F-4D97-AF65-F5344CB8AC3E}">
        <p14:creationId xmlns:p14="http://schemas.microsoft.com/office/powerpoint/2010/main" val="3533176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(Data node)</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a:t>NoOfReplicas</a:t>
            </a:r>
            <a:r>
              <a:rPr lang="en-US" sz="1800" dirty="0"/>
              <a:t>=2 (2 </a:t>
            </a:r>
            <a:r>
              <a:rPr lang="en-US" sz="1800" dirty="0" err="1"/>
              <a:t>nbd</a:t>
            </a:r>
            <a:r>
              <a:rPr lang="en-US" sz="1800" dirty="0"/>
              <a:t> nodes</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4" name="Rectangle 3"/>
          <p:cNvSpPr/>
          <p:nvPr/>
        </p:nvSpPr>
        <p:spPr>
          <a:xfrm>
            <a:off x="5257800" y="1363717"/>
            <a:ext cx="3320511" cy="2590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#0</a:t>
            </a:r>
            <a:endParaRPr lang="en-US" dirty="0"/>
          </a:p>
        </p:txBody>
      </p:sp>
      <p:sp>
        <p:nvSpPr>
          <p:cNvPr id="5" name="Rectangle 4"/>
          <p:cNvSpPr/>
          <p:nvPr/>
        </p:nvSpPr>
        <p:spPr>
          <a:xfrm>
            <a:off x="5357103" y="1460938"/>
            <a:ext cx="1214938" cy="187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6" name="Rectangle 5"/>
          <p:cNvSpPr/>
          <p:nvPr/>
        </p:nvSpPr>
        <p:spPr>
          <a:xfrm>
            <a:off x="7262103" y="1460938"/>
            <a:ext cx="1214938" cy="187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7" name="Rectangle 6"/>
          <p:cNvSpPr/>
          <p:nvPr/>
        </p:nvSpPr>
        <p:spPr>
          <a:xfrm>
            <a:off x="504264" y="1363717"/>
            <a:ext cx="4435597" cy="173683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err="1">
                <a:solidFill>
                  <a:sysClr val="windowText" lastClr="000000"/>
                </a:solidFill>
                <a:latin typeface="Courier New" panose="02070309020205020404" pitchFamily="49" charset="0"/>
                <a:cs typeface="Courier New" panose="02070309020205020404" pitchFamily="49" charset="0"/>
              </a:rPr>
              <a:t>my.cnf</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2</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p:txBody>
      </p:sp>
      <p:sp>
        <p:nvSpPr>
          <p:cNvPr id="8" name="Rectangle 7"/>
          <p:cNvSpPr/>
          <p:nvPr/>
        </p:nvSpPr>
        <p:spPr>
          <a:xfrm>
            <a:off x="504264" y="3231931"/>
            <a:ext cx="4435597" cy="283253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a:t>
            </a:r>
            <a:r>
              <a:rPr lang="en-US" sz="900" dirty="0">
                <a:solidFill>
                  <a:sysClr val="windowText" lastClr="000000"/>
                </a:solidFill>
                <a:latin typeface="Courier New" panose="02070309020205020404" pitchFamily="49" charset="0"/>
                <a:cs typeface="Courier New" panose="02070309020205020404" pitchFamily="49" charset="0"/>
              </a:rPr>
              <a:t>root@mgm-node-01 ~]# </a:t>
            </a:r>
            <a:r>
              <a:rPr lang="en-US" sz="900" dirty="0" err="1">
                <a:solidFill>
                  <a:sysClr val="windowText" lastClr="000000"/>
                </a:solidFill>
                <a:latin typeface="Courier New" panose="02070309020205020404" pitchFamily="49" charset="0"/>
                <a:cs typeface="Courier New" panose="02070309020205020404" pitchFamily="49" charset="0"/>
              </a:rPr>
              <a:t>ndb_mgm</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 NDB Cluster -- Management Client --</a:t>
            </a: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 show</a:t>
            </a:r>
          </a:p>
          <a:p>
            <a:r>
              <a:rPr lang="en-US" sz="900" dirty="0">
                <a:solidFill>
                  <a:sysClr val="windowText" lastClr="000000"/>
                </a:solidFill>
                <a:latin typeface="Courier New" panose="02070309020205020404" pitchFamily="49" charset="0"/>
                <a:cs typeface="Courier New" panose="02070309020205020404" pitchFamily="49" charset="0"/>
              </a:rPr>
              <a:t>Connected 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a:t>
            </a:r>
            <a:r>
              <a:rPr lang="en-US" sz="900" dirty="0" smtClean="0">
                <a:solidFill>
                  <a:sysClr val="windowText" lastClr="000000"/>
                </a:solidFill>
                <a:latin typeface="Courier New" panose="02070309020205020404" pitchFamily="49" charset="0"/>
                <a:cs typeface="Courier New" panose="02070309020205020404" pitchFamily="49" charset="0"/>
              </a:rPr>
              <a:t>2 </a:t>
            </a:r>
            <a:r>
              <a:rPr lang="en-US" sz="900" dirty="0">
                <a:solidFill>
                  <a:sysClr val="windowText" lastClr="000000"/>
                </a:solidFill>
                <a:latin typeface="Courier New" panose="02070309020205020404" pitchFamily="49" charset="0"/>
                <a:cs typeface="Courier New" panose="02070309020205020404" pitchFamily="49" charset="0"/>
              </a:rPr>
              <a:t>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ndb_mgmd</a:t>
            </a:r>
            <a:r>
              <a:rPr lang="en-US" sz="900" dirty="0">
                <a:solidFill>
                  <a:sysClr val="windowText" lastClr="000000"/>
                </a:solidFill>
                <a:latin typeface="Courier New" panose="02070309020205020404" pitchFamily="49" charset="0"/>
                <a:cs typeface="Courier New" panose="02070309020205020404" pitchFamily="49" charset="0"/>
              </a:rPr>
              <a:t>(MGM)] 1 node(s)</a:t>
            </a:r>
          </a:p>
          <a:p>
            <a:r>
              <a:rPr lang="en-US" sz="900" dirty="0">
                <a:solidFill>
                  <a:sysClr val="windowText" lastClr="000000"/>
                </a:solidFill>
                <a:latin typeface="Courier New" panose="02070309020205020404" pitchFamily="49" charset="0"/>
                <a:cs typeface="Courier New" panose="02070309020205020404" pitchFamily="49" charset="0"/>
              </a:rPr>
              <a:t>id=1    @192.168.50.51  (mysql-5.7.18 ndb-7.5.6)</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mysqld</a:t>
            </a:r>
            <a:r>
              <a:rPr lang="en-US" sz="900" dirty="0">
                <a:solidFill>
                  <a:sysClr val="windowText" lastClr="000000"/>
                </a:solidFill>
                <a:latin typeface="Courier New" panose="02070309020205020404" pitchFamily="49" charset="0"/>
                <a:cs typeface="Courier New" panose="02070309020205020404" pitchFamily="49" charset="0"/>
              </a:rPr>
              <a:t>(API)]   2 node(s)</a:t>
            </a:r>
          </a:p>
          <a:p>
            <a:r>
              <a:rPr lang="en-US" sz="900" dirty="0">
                <a:solidFill>
                  <a:sysClr val="windowText" lastClr="000000"/>
                </a:solidFill>
                <a:latin typeface="Courier New" panose="02070309020205020404" pitchFamily="49" charset="0"/>
                <a:cs typeface="Courier New" panose="02070309020205020404" pitchFamily="49" charset="0"/>
              </a:rPr>
              <a:t>id=50 (not connected, accepting connect from 192.168.50.53)</a:t>
            </a:r>
          </a:p>
          <a:p>
            <a:r>
              <a:rPr lang="en-US" sz="900" dirty="0">
                <a:solidFill>
                  <a:sysClr val="windowText" lastClr="000000"/>
                </a:solidFill>
                <a:latin typeface="Courier New" panose="02070309020205020404" pitchFamily="49" charset="0"/>
                <a:cs typeface="Courier New" panose="02070309020205020404" pitchFamily="49" charset="0"/>
              </a:rPr>
              <a:t>id=51 (not connected, accepting connect from 192.168.50.54)</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9" name="Rectangle 8"/>
          <p:cNvSpPr/>
          <p:nvPr/>
        </p:nvSpPr>
        <p:spPr bwMode="auto">
          <a:xfrm>
            <a:off x="5475890" y="1576553"/>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10" name="Rectangle 9"/>
          <p:cNvSpPr/>
          <p:nvPr/>
        </p:nvSpPr>
        <p:spPr bwMode="auto">
          <a:xfrm>
            <a:off x="7396605" y="1576553"/>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
        <p:nvSpPr>
          <p:cNvPr id="11" name="Rectangle 10"/>
          <p:cNvSpPr/>
          <p:nvPr/>
        </p:nvSpPr>
        <p:spPr bwMode="auto">
          <a:xfrm>
            <a:off x="5475890" y="2169982"/>
            <a:ext cx="945931" cy="45194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P1</a:t>
            </a:r>
            <a:endParaRPr kumimoji="1" lang="en-US" b="1" dirty="0">
              <a:solidFill>
                <a:schemeClr val="bg1"/>
              </a:solidFill>
              <a:latin typeface="+mj-ea"/>
              <a:ea typeface="+mj-ea"/>
            </a:endParaRPr>
          </a:p>
        </p:txBody>
      </p:sp>
      <p:sp>
        <p:nvSpPr>
          <p:cNvPr id="12" name="Rectangle 11"/>
          <p:cNvSpPr/>
          <p:nvPr/>
        </p:nvSpPr>
        <p:spPr bwMode="auto">
          <a:xfrm>
            <a:off x="7396605" y="2169982"/>
            <a:ext cx="945931" cy="45194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P0</a:t>
            </a:r>
            <a:endParaRPr kumimoji="1" lang="en-US" b="1" dirty="0">
              <a:solidFill>
                <a:schemeClr val="bg1"/>
              </a:solidFill>
              <a:latin typeface="+mj-ea"/>
              <a:ea typeface="+mj-ea"/>
            </a:endParaRPr>
          </a:p>
        </p:txBody>
      </p:sp>
    </p:spTree>
    <p:extLst>
      <p:ext uri="{BB962C8B-B14F-4D97-AF65-F5344CB8AC3E}">
        <p14:creationId xmlns:p14="http://schemas.microsoft.com/office/powerpoint/2010/main" val="32096267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(Data node)</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smtClean="0"/>
              <a:t>NoOfReplicas</a:t>
            </a:r>
            <a:r>
              <a:rPr lang="en-US" sz="1800" dirty="0" smtClean="0"/>
              <a:t>=1 </a:t>
            </a:r>
            <a:r>
              <a:rPr lang="en-US" sz="1800" dirty="0"/>
              <a:t>(4 </a:t>
            </a:r>
            <a:r>
              <a:rPr lang="en-US" sz="1800" dirty="0" err="1"/>
              <a:t>nbd</a:t>
            </a:r>
            <a:r>
              <a:rPr lang="en-US" sz="1800" dirty="0"/>
              <a:t> nodes</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14" name="Rectangle 13"/>
          <p:cNvSpPr/>
          <p:nvPr/>
        </p:nvSpPr>
        <p:spPr>
          <a:xfrm>
            <a:off x="5181600" y="1270439"/>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#0</a:t>
            </a:r>
            <a:endParaRPr lang="en-US" dirty="0"/>
          </a:p>
        </p:txBody>
      </p:sp>
      <p:sp>
        <p:nvSpPr>
          <p:cNvPr id="15" name="Rectangle 14"/>
          <p:cNvSpPr/>
          <p:nvPr/>
        </p:nvSpPr>
        <p:spPr>
          <a:xfrm>
            <a:off x="7081822" y="3647090"/>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#3</a:t>
            </a:r>
            <a:endParaRPr lang="en-US" dirty="0"/>
          </a:p>
        </p:txBody>
      </p:sp>
      <p:sp>
        <p:nvSpPr>
          <p:cNvPr id="16" name="Rectangle 15"/>
          <p:cNvSpPr/>
          <p:nvPr/>
        </p:nvSpPr>
        <p:spPr>
          <a:xfrm>
            <a:off x="5181600" y="3647090"/>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#2</a:t>
            </a:r>
            <a:endParaRPr lang="en-US" dirty="0"/>
          </a:p>
        </p:txBody>
      </p:sp>
      <p:sp>
        <p:nvSpPr>
          <p:cNvPr id="17" name="Rectangle 16"/>
          <p:cNvSpPr/>
          <p:nvPr/>
        </p:nvSpPr>
        <p:spPr>
          <a:xfrm>
            <a:off x="7087265" y="1305327"/>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#1</a:t>
            </a:r>
            <a:endParaRPr lang="en-US" dirty="0"/>
          </a:p>
        </p:txBody>
      </p:sp>
      <p:sp>
        <p:nvSpPr>
          <p:cNvPr id="18" name="Rectangle 17"/>
          <p:cNvSpPr/>
          <p:nvPr/>
        </p:nvSpPr>
        <p:spPr>
          <a:xfrm>
            <a:off x="5259131" y="1411821"/>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19" name="Rectangle 18"/>
          <p:cNvSpPr/>
          <p:nvPr/>
        </p:nvSpPr>
        <p:spPr>
          <a:xfrm>
            <a:off x="7164131" y="1411821"/>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20" name="Rectangle 19"/>
          <p:cNvSpPr/>
          <p:nvPr/>
        </p:nvSpPr>
        <p:spPr>
          <a:xfrm>
            <a:off x="5259131" y="3753583"/>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21" name="Rectangle 20"/>
          <p:cNvSpPr/>
          <p:nvPr/>
        </p:nvSpPr>
        <p:spPr>
          <a:xfrm>
            <a:off x="7158688" y="3753583"/>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22" name="Rectangle 21"/>
          <p:cNvSpPr/>
          <p:nvPr/>
        </p:nvSpPr>
        <p:spPr>
          <a:xfrm>
            <a:off x="504263" y="1270439"/>
            <a:ext cx="4498661" cy="22859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dirty="0" smtClean="0">
                <a:solidFill>
                  <a:sysClr val="windowText" lastClr="000000"/>
                </a:solidFill>
                <a:latin typeface="Courier New" panose="02070309020205020404" pitchFamily="49" charset="0"/>
                <a:cs typeface="Courier New" panose="02070309020205020404" pitchFamily="49" charset="0"/>
              </a:rPr>
              <a:t># </a:t>
            </a:r>
            <a:r>
              <a:rPr lang="en-US" sz="900" dirty="0" err="1" smtClean="0">
                <a:solidFill>
                  <a:sysClr val="windowText" lastClr="000000"/>
                </a:solidFill>
                <a:latin typeface="Courier New" panose="02070309020205020404" pitchFamily="49" charset="0"/>
                <a:cs typeface="Courier New" panose="02070309020205020404" pitchFamily="49" charset="0"/>
              </a:rPr>
              <a:t>my.cnf</a:t>
            </a:r>
            <a:endParaRPr lang="en-US" sz="900" dirty="0" smtClean="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pPr algn="l"/>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1</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a:p>
            <a:pPr algn="l"/>
            <a:endParaRPr lang="en-US" sz="900" dirty="0" smtClean="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smtClean="0">
                <a:solidFill>
                  <a:sysClr val="windowText" lastClr="000000"/>
                </a:solidFill>
                <a:latin typeface="Courier New" panose="02070309020205020404" pitchFamily="49" charset="0"/>
                <a:cs typeface="Courier New" panose="02070309020205020404" pitchFamily="49" charset="0"/>
              </a:rPr>
              <a:t>HostName</a:t>
            </a:r>
            <a:r>
              <a:rPr lang="en-US" sz="900" dirty="0" smtClean="0">
                <a:solidFill>
                  <a:sysClr val="windowText" lastClr="000000"/>
                </a:solidFill>
                <a:latin typeface="Courier New" panose="02070309020205020404" pitchFamily="49" charset="0"/>
                <a:cs typeface="Courier New" panose="02070309020205020404" pitchFamily="49" charset="0"/>
              </a:rPr>
              <a:t>= ndbd_12</a:t>
            </a:r>
            <a:endParaRPr lang="en-US" sz="900" dirty="0">
              <a:solidFill>
                <a:sysClr val="windowText" lastClr="000000"/>
              </a:solidFill>
              <a:latin typeface="Courier New" panose="02070309020205020404" pitchFamily="49" charset="0"/>
              <a:cs typeface="Courier New" panose="02070309020205020404" pitchFamily="49" charset="0"/>
            </a:endParaRP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ndbd_13</a:t>
            </a:r>
          </a:p>
        </p:txBody>
      </p:sp>
      <p:sp>
        <p:nvSpPr>
          <p:cNvPr id="23" name="Rectangle 22"/>
          <p:cNvSpPr/>
          <p:nvPr/>
        </p:nvSpPr>
        <p:spPr>
          <a:xfrm>
            <a:off x="504266" y="3647090"/>
            <a:ext cx="4498658" cy="263809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a:t>
            </a:r>
            <a:r>
              <a:rPr lang="en-US" sz="900" dirty="0">
                <a:solidFill>
                  <a:sysClr val="windowText" lastClr="000000"/>
                </a:solidFill>
                <a:latin typeface="Courier New" panose="02070309020205020404" pitchFamily="49" charset="0"/>
                <a:cs typeface="Courier New" panose="02070309020205020404" pitchFamily="49" charset="0"/>
              </a:rPr>
              <a:t>root@mgm-node-01 ~]# </a:t>
            </a:r>
            <a:r>
              <a:rPr lang="en-US" sz="900" dirty="0" err="1">
                <a:solidFill>
                  <a:sysClr val="windowText" lastClr="000000"/>
                </a:solidFill>
                <a:latin typeface="Courier New" panose="02070309020205020404" pitchFamily="49" charset="0"/>
                <a:cs typeface="Courier New" panose="02070309020205020404" pitchFamily="49" charset="0"/>
              </a:rPr>
              <a:t>ndb_mgm</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Connected 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4 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p>
          <a:p>
            <a:r>
              <a:rPr lang="en-US" sz="900" dirty="0">
                <a:solidFill>
                  <a:sysClr val="windowText" lastClr="000000"/>
                </a:solidFill>
                <a:latin typeface="Courier New" panose="02070309020205020404" pitchFamily="49" charset="0"/>
                <a:cs typeface="Courier New" panose="02070309020205020404" pitchFamily="49" charset="0"/>
              </a:rPr>
              <a:t>id=12   @192.168.50.59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2)</a:t>
            </a:r>
          </a:p>
          <a:p>
            <a:r>
              <a:rPr lang="en-US" sz="900" dirty="0">
                <a:solidFill>
                  <a:sysClr val="windowText" lastClr="000000"/>
                </a:solidFill>
                <a:latin typeface="Courier New" panose="02070309020205020404" pitchFamily="49" charset="0"/>
                <a:cs typeface="Courier New" panose="02070309020205020404" pitchFamily="49" charset="0"/>
              </a:rPr>
              <a:t>id=13   @192.168.50.60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3)</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24" name="Rectangle 23"/>
          <p:cNvSpPr/>
          <p:nvPr/>
        </p:nvSpPr>
        <p:spPr bwMode="auto">
          <a:xfrm>
            <a:off x="5392968" y="1504437"/>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25" name="Rectangle 24"/>
          <p:cNvSpPr/>
          <p:nvPr/>
        </p:nvSpPr>
        <p:spPr bwMode="auto">
          <a:xfrm>
            <a:off x="7313683" y="1504437"/>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
        <p:nvSpPr>
          <p:cNvPr id="28" name="Rectangle 27"/>
          <p:cNvSpPr/>
          <p:nvPr/>
        </p:nvSpPr>
        <p:spPr bwMode="auto">
          <a:xfrm>
            <a:off x="5392968" y="3848244"/>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P2</a:t>
            </a:r>
            <a:endParaRPr kumimoji="1" lang="en-US" b="1" dirty="0">
              <a:latin typeface="+mj-ea"/>
              <a:ea typeface="+mj-ea"/>
            </a:endParaRPr>
          </a:p>
        </p:txBody>
      </p:sp>
      <p:sp>
        <p:nvSpPr>
          <p:cNvPr id="29" name="Rectangle 28"/>
          <p:cNvSpPr/>
          <p:nvPr/>
        </p:nvSpPr>
        <p:spPr bwMode="auto">
          <a:xfrm>
            <a:off x="7313683" y="3848244"/>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P3</a:t>
            </a:r>
            <a:endParaRPr kumimoji="1" lang="en-US" b="1" dirty="0">
              <a:latin typeface="+mj-ea"/>
              <a:ea typeface="+mj-ea"/>
            </a:endParaRPr>
          </a:p>
        </p:txBody>
      </p:sp>
    </p:spTree>
    <p:extLst>
      <p:ext uri="{BB962C8B-B14F-4D97-AF65-F5344CB8AC3E}">
        <p14:creationId xmlns:p14="http://schemas.microsoft.com/office/powerpoint/2010/main" val="29423518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(Data node)</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a:t>NoOfReplicas</a:t>
            </a:r>
            <a:r>
              <a:rPr lang="en-US" sz="1800" dirty="0"/>
              <a:t>=2 (4 </a:t>
            </a:r>
            <a:r>
              <a:rPr lang="en-US" sz="1800" dirty="0" err="1"/>
              <a:t>nbd</a:t>
            </a:r>
            <a:r>
              <a:rPr lang="en-US" sz="1800" dirty="0"/>
              <a:t> nodes</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4" name="Rectangle 3"/>
          <p:cNvSpPr/>
          <p:nvPr/>
        </p:nvSpPr>
        <p:spPr>
          <a:xfrm>
            <a:off x="5181600" y="3623947"/>
            <a:ext cx="3320511" cy="200222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#1</a:t>
            </a:r>
            <a:endParaRPr lang="en-US" dirty="0"/>
          </a:p>
        </p:txBody>
      </p:sp>
      <p:sp>
        <p:nvSpPr>
          <p:cNvPr id="5" name="Rectangle 4"/>
          <p:cNvSpPr/>
          <p:nvPr/>
        </p:nvSpPr>
        <p:spPr>
          <a:xfrm>
            <a:off x="5181600" y="1257300"/>
            <a:ext cx="3320511" cy="200222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#0</a:t>
            </a:r>
            <a:endParaRPr lang="en-US" dirty="0"/>
          </a:p>
        </p:txBody>
      </p:sp>
      <p:sp>
        <p:nvSpPr>
          <p:cNvPr id="6" name="Rectangle 5"/>
          <p:cNvSpPr/>
          <p:nvPr/>
        </p:nvSpPr>
        <p:spPr>
          <a:xfrm>
            <a:off x="5314311" y="1313792"/>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7" name="Rectangle 6"/>
          <p:cNvSpPr/>
          <p:nvPr/>
        </p:nvSpPr>
        <p:spPr>
          <a:xfrm>
            <a:off x="7164131" y="1313792"/>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8" name="Rectangle 7"/>
          <p:cNvSpPr/>
          <p:nvPr/>
        </p:nvSpPr>
        <p:spPr>
          <a:xfrm>
            <a:off x="5314311" y="3680439"/>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9" name="Rectangle 8"/>
          <p:cNvSpPr/>
          <p:nvPr/>
        </p:nvSpPr>
        <p:spPr>
          <a:xfrm>
            <a:off x="7158688" y="3680439"/>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10" name="Rectangle 9"/>
          <p:cNvSpPr/>
          <p:nvPr/>
        </p:nvSpPr>
        <p:spPr>
          <a:xfrm>
            <a:off x="504264" y="1257300"/>
            <a:ext cx="4435598" cy="22859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dirty="0" smtClean="0">
                <a:solidFill>
                  <a:sysClr val="windowText" lastClr="000000"/>
                </a:solidFill>
                <a:latin typeface="Courier New" panose="02070309020205020404" pitchFamily="49" charset="0"/>
                <a:cs typeface="Courier New" panose="02070309020205020404" pitchFamily="49" charset="0"/>
              </a:rPr>
              <a:t># </a:t>
            </a:r>
            <a:r>
              <a:rPr lang="en-US" sz="900" dirty="0" err="1" smtClean="0">
                <a:solidFill>
                  <a:sysClr val="windowText" lastClr="000000"/>
                </a:solidFill>
                <a:latin typeface="Courier New" panose="02070309020205020404" pitchFamily="49" charset="0"/>
                <a:cs typeface="Courier New" panose="02070309020205020404" pitchFamily="49" charset="0"/>
              </a:rPr>
              <a:t>my.cnf</a:t>
            </a:r>
            <a:endParaRPr lang="en-US" sz="900" dirty="0" smtClean="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pPr algn="l"/>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2</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a:p>
            <a:pPr algn="l"/>
            <a:endParaRPr lang="en-US" sz="900" dirty="0" smtClean="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smtClean="0">
                <a:solidFill>
                  <a:sysClr val="windowText" lastClr="000000"/>
                </a:solidFill>
                <a:latin typeface="Courier New" panose="02070309020205020404" pitchFamily="49" charset="0"/>
                <a:cs typeface="Courier New" panose="02070309020205020404" pitchFamily="49" charset="0"/>
              </a:rPr>
              <a:t>HostName</a:t>
            </a:r>
            <a:r>
              <a:rPr lang="en-US" sz="900" dirty="0" smtClean="0">
                <a:solidFill>
                  <a:sysClr val="windowText" lastClr="000000"/>
                </a:solidFill>
                <a:latin typeface="Courier New" panose="02070309020205020404" pitchFamily="49" charset="0"/>
                <a:cs typeface="Courier New" panose="02070309020205020404" pitchFamily="49" charset="0"/>
              </a:rPr>
              <a:t>= ndbd_12</a:t>
            </a:r>
            <a:endParaRPr lang="en-US" sz="900" dirty="0">
              <a:solidFill>
                <a:sysClr val="windowText" lastClr="000000"/>
              </a:solidFill>
              <a:latin typeface="Courier New" panose="02070309020205020404" pitchFamily="49" charset="0"/>
              <a:cs typeface="Courier New" panose="02070309020205020404" pitchFamily="49" charset="0"/>
            </a:endParaRP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ndbd_13</a:t>
            </a:r>
          </a:p>
        </p:txBody>
      </p:sp>
      <p:sp>
        <p:nvSpPr>
          <p:cNvPr id="11" name="Rectangle 10"/>
          <p:cNvSpPr/>
          <p:nvPr/>
        </p:nvSpPr>
        <p:spPr>
          <a:xfrm>
            <a:off x="504263" y="3623947"/>
            <a:ext cx="4435599" cy="25146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Connected </a:t>
            </a:r>
            <a:r>
              <a:rPr lang="en-US" sz="900" dirty="0">
                <a:solidFill>
                  <a:sysClr val="windowText" lastClr="000000"/>
                </a:solidFill>
                <a:latin typeface="Courier New" panose="02070309020205020404" pitchFamily="49" charset="0"/>
                <a:cs typeface="Courier New" panose="02070309020205020404" pitchFamily="49" charset="0"/>
              </a:rPr>
              <a:t>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4 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r>
              <a:rPr lang="en-US" sz="900" dirty="0">
                <a:solidFill>
                  <a:sysClr val="windowText" lastClr="000000"/>
                </a:solidFill>
                <a:latin typeface="Courier New" panose="02070309020205020404" pitchFamily="49" charset="0"/>
                <a:cs typeface="Courier New" panose="02070309020205020404" pitchFamily="49" charset="0"/>
              </a:rPr>
              <a:t>id=12   @192.168.50.59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p>
          <a:p>
            <a:r>
              <a:rPr lang="en-US" sz="900" dirty="0">
                <a:solidFill>
                  <a:sysClr val="windowText" lastClr="000000"/>
                </a:solidFill>
                <a:latin typeface="Courier New" panose="02070309020205020404" pitchFamily="49" charset="0"/>
                <a:cs typeface="Courier New" panose="02070309020205020404" pitchFamily="49" charset="0"/>
              </a:rPr>
              <a:t>id=13   @192.168.50.60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smtClean="0">
                <a:solidFill>
                  <a:sysClr val="windowText" lastClr="000000"/>
                </a:solidFill>
                <a:latin typeface="Courier New" panose="02070309020205020404" pitchFamily="49" charset="0"/>
                <a:cs typeface="Courier New" panose="02070309020205020404" pitchFamily="49" charset="0"/>
              </a:rPr>
              <a:t>&gt;</a:t>
            </a:r>
            <a:endParaRPr lang="en-US" sz="900" dirty="0">
              <a:solidFill>
                <a:sysClr val="windowText" lastClr="000000"/>
              </a:solidFill>
              <a:latin typeface="Courier New" panose="02070309020205020404" pitchFamily="49" charset="0"/>
              <a:cs typeface="Courier New" panose="02070309020205020404" pitchFamily="49" charset="0"/>
            </a:endParaRPr>
          </a:p>
        </p:txBody>
      </p:sp>
      <p:sp>
        <p:nvSpPr>
          <p:cNvPr id="12" name="Rectangle 11"/>
          <p:cNvSpPr/>
          <p:nvPr/>
        </p:nvSpPr>
        <p:spPr bwMode="auto">
          <a:xfrm>
            <a:off x="5435007" y="1430318"/>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13" name="Rectangle 12"/>
          <p:cNvSpPr/>
          <p:nvPr/>
        </p:nvSpPr>
        <p:spPr bwMode="auto">
          <a:xfrm>
            <a:off x="7293191" y="1430317"/>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
        <p:nvSpPr>
          <p:cNvPr id="14" name="Rectangle 13"/>
          <p:cNvSpPr/>
          <p:nvPr/>
        </p:nvSpPr>
        <p:spPr bwMode="auto">
          <a:xfrm>
            <a:off x="5435007" y="1795834"/>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P1</a:t>
            </a:r>
            <a:endParaRPr kumimoji="1" lang="en-US" b="1" dirty="0">
              <a:solidFill>
                <a:schemeClr val="bg1"/>
              </a:solidFill>
              <a:latin typeface="+mj-ea"/>
              <a:ea typeface="+mj-ea"/>
            </a:endParaRPr>
          </a:p>
        </p:txBody>
      </p:sp>
      <p:sp>
        <p:nvSpPr>
          <p:cNvPr id="15" name="Rectangle 14"/>
          <p:cNvSpPr/>
          <p:nvPr/>
        </p:nvSpPr>
        <p:spPr bwMode="auto">
          <a:xfrm>
            <a:off x="7293191" y="1795833"/>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P0</a:t>
            </a:r>
            <a:endParaRPr kumimoji="1" lang="en-US" b="1" dirty="0">
              <a:solidFill>
                <a:schemeClr val="bg1"/>
              </a:solidFill>
              <a:latin typeface="+mj-ea"/>
              <a:ea typeface="+mj-ea"/>
            </a:endParaRPr>
          </a:p>
        </p:txBody>
      </p:sp>
      <p:sp>
        <p:nvSpPr>
          <p:cNvPr id="16" name="Rectangle 15"/>
          <p:cNvSpPr/>
          <p:nvPr/>
        </p:nvSpPr>
        <p:spPr bwMode="auto">
          <a:xfrm>
            <a:off x="5448814" y="3803470"/>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P2</a:t>
            </a:r>
            <a:endParaRPr kumimoji="1" lang="en-US" b="1" dirty="0">
              <a:latin typeface="+mj-ea"/>
              <a:ea typeface="+mj-ea"/>
            </a:endParaRPr>
          </a:p>
        </p:txBody>
      </p:sp>
      <p:sp>
        <p:nvSpPr>
          <p:cNvPr id="17" name="Rectangle 16"/>
          <p:cNvSpPr/>
          <p:nvPr/>
        </p:nvSpPr>
        <p:spPr bwMode="auto">
          <a:xfrm>
            <a:off x="7293190" y="3803470"/>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P3</a:t>
            </a:r>
            <a:endParaRPr kumimoji="1" lang="en-US" b="1" dirty="0">
              <a:latin typeface="+mj-ea"/>
              <a:ea typeface="+mj-ea"/>
            </a:endParaRPr>
          </a:p>
        </p:txBody>
      </p:sp>
      <p:sp>
        <p:nvSpPr>
          <p:cNvPr id="18" name="Rectangle 17"/>
          <p:cNvSpPr/>
          <p:nvPr/>
        </p:nvSpPr>
        <p:spPr bwMode="auto">
          <a:xfrm>
            <a:off x="5448814" y="4171720"/>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P3</a:t>
            </a:r>
            <a:endParaRPr kumimoji="1" lang="en-US" b="1" dirty="0">
              <a:solidFill>
                <a:schemeClr val="bg1"/>
              </a:solidFill>
              <a:latin typeface="+mj-ea"/>
              <a:ea typeface="+mj-ea"/>
            </a:endParaRPr>
          </a:p>
        </p:txBody>
      </p:sp>
      <p:sp>
        <p:nvSpPr>
          <p:cNvPr id="19" name="Rectangle 18"/>
          <p:cNvSpPr/>
          <p:nvPr/>
        </p:nvSpPr>
        <p:spPr bwMode="auto">
          <a:xfrm>
            <a:off x="7293189" y="4174718"/>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P2</a:t>
            </a:r>
            <a:endParaRPr kumimoji="1" lang="en-US" b="1" dirty="0">
              <a:solidFill>
                <a:schemeClr val="bg1"/>
              </a:solidFill>
              <a:latin typeface="+mj-ea"/>
              <a:ea typeface="+mj-ea"/>
            </a:endParaRPr>
          </a:p>
        </p:txBody>
      </p:sp>
    </p:spTree>
    <p:extLst>
      <p:ext uri="{BB962C8B-B14F-4D97-AF65-F5344CB8AC3E}">
        <p14:creationId xmlns:p14="http://schemas.microsoft.com/office/powerpoint/2010/main" val="6386241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(Data node)</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a:t>NoOfReplicas</a:t>
            </a:r>
            <a:r>
              <a:rPr lang="en-US" sz="1800" dirty="0"/>
              <a:t>=4 (4 </a:t>
            </a:r>
            <a:r>
              <a:rPr lang="en-US" sz="1800" dirty="0" err="1"/>
              <a:t>nbd</a:t>
            </a:r>
            <a:r>
              <a:rPr lang="en-US" sz="1800" dirty="0"/>
              <a:t> nodes</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4" name="Rectangle 3"/>
          <p:cNvSpPr/>
          <p:nvPr/>
        </p:nvSpPr>
        <p:spPr>
          <a:xfrm>
            <a:off x="5181599" y="1216570"/>
            <a:ext cx="3320511" cy="502920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en-US" dirty="0" smtClean="0"/>
              <a:t>Node group #0</a:t>
            </a:r>
          </a:p>
          <a:p>
            <a:pPr algn="ctr"/>
            <a:endParaRPr lang="en-US" dirty="0"/>
          </a:p>
        </p:txBody>
      </p:sp>
      <p:sp>
        <p:nvSpPr>
          <p:cNvPr id="5" name="Rectangle 4"/>
          <p:cNvSpPr/>
          <p:nvPr/>
        </p:nvSpPr>
        <p:spPr>
          <a:xfrm>
            <a:off x="5414653" y="1334815"/>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9" name="Rectangle 8"/>
          <p:cNvSpPr/>
          <p:nvPr/>
        </p:nvSpPr>
        <p:spPr>
          <a:xfrm>
            <a:off x="504265" y="1216569"/>
            <a:ext cx="4477638" cy="233378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dirty="0" smtClean="0">
                <a:solidFill>
                  <a:sysClr val="windowText" lastClr="000000"/>
                </a:solidFill>
                <a:latin typeface="Courier New" panose="02070309020205020404" pitchFamily="49" charset="0"/>
                <a:cs typeface="Courier New" panose="02070309020205020404" pitchFamily="49" charset="0"/>
              </a:rPr>
              <a:t># </a:t>
            </a:r>
            <a:r>
              <a:rPr lang="en-US" sz="900" dirty="0" err="1" smtClean="0">
                <a:solidFill>
                  <a:sysClr val="windowText" lastClr="000000"/>
                </a:solidFill>
                <a:latin typeface="Courier New" panose="02070309020205020404" pitchFamily="49" charset="0"/>
                <a:cs typeface="Courier New" panose="02070309020205020404" pitchFamily="49" charset="0"/>
              </a:rPr>
              <a:t>my.cnf</a:t>
            </a:r>
            <a:endParaRPr lang="en-US" sz="900" dirty="0" smtClean="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pPr algn="l"/>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4</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ndbd_11</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ndbd_12</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ndbd_13</a:t>
            </a:r>
          </a:p>
        </p:txBody>
      </p:sp>
      <p:sp>
        <p:nvSpPr>
          <p:cNvPr id="10" name="Rectangle 9"/>
          <p:cNvSpPr/>
          <p:nvPr/>
        </p:nvSpPr>
        <p:spPr>
          <a:xfrm>
            <a:off x="504265" y="3677916"/>
            <a:ext cx="4477638" cy="25678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Connected </a:t>
            </a:r>
            <a:r>
              <a:rPr lang="en-US" sz="900" dirty="0">
                <a:solidFill>
                  <a:sysClr val="windowText" lastClr="000000"/>
                </a:solidFill>
                <a:latin typeface="Courier New" panose="02070309020205020404" pitchFamily="49" charset="0"/>
                <a:cs typeface="Courier New" panose="02070309020205020404" pitchFamily="49" charset="0"/>
              </a:rPr>
              <a:t>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4 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r>
              <a:rPr lang="en-US" sz="900" dirty="0">
                <a:solidFill>
                  <a:sysClr val="windowText" lastClr="000000"/>
                </a:solidFill>
                <a:latin typeface="Courier New" panose="02070309020205020404" pitchFamily="49" charset="0"/>
                <a:cs typeface="Courier New" panose="02070309020205020404" pitchFamily="49" charset="0"/>
              </a:rPr>
              <a:t>id=12   @192.168.50.59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r>
              <a:rPr lang="en-US" sz="900" dirty="0">
                <a:solidFill>
                  <a:sysClr val="windowText" lastClr="000000"/>
                </a:solidFill>
                <a:latin typeface="Courier New" panose="02070309020205020404" pitchFamily="49" charset="0"/>
                <a:cs typeface="Courier New" panose="02070309020205020404" pitchFamily="49" charset="0"/>
              </a:rPr>
              <a:t>id=13   @192.168.50.60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endParaRPr lang="en-US" sz="900" dirty="0" smtClean="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11" name="Rectangle 10"/>
          <p:cNvSpPr/>
          <p:nvPr/>
        </p:nvSpPr>
        <p:spPr bwMode="auto">
          <a:xfrm>
            <a:off x="5549156" y="1419393"/>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P0</a:t>
            </a:r>
            <a:endParaRPr kumimoji="1" lang="en-US" sz="1600" b="1" dirty="0">
              <a:latin typeface="+mj-ea"/>
              <a:ea typeface="+mj-ea"/>
            </a:endParaRPr>
          </a:p>
        </p:txBody>
      </p:sp>
      <p:sp>
        <p:nvSpPr>
          <p:cNvPr id="12" name="Rectangle 11"/>
          <p:cNvSpPr/>
          <p:nvPr/>
        </p:nvSpPr>
        <p:spPr bwMode="auto">
          <a:xfrm>
            <a:off x="5549155" y="171238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P1</a:t>
            </a:r>
            <a:endParaRPr kumimoji="1" lang="en-US" sz="1600" b="1" dirty="0">
              <a:solidFill>
                <a:schemeClr val="bg1"/>
              </a:solidFill>
              <a:latin typeface="+mj-ea"/>
              <a:ea typeface="+mj-ea"/>
            </a:endParaRPr>
          </a:p>
        </p:txBody>
      </p:sp>
      <p:sp>
        <p:nvSpPr>
          <p:cNvPr id="14" name="Rectangle 13"/>
          <p:cNvSpPr/>
          <p:nvPr/>
        </p:nvSpPr>
        <p:spPr bwMode="auto">
          <a:xfrm>
            <a:off x="5549155" y="2031513"/>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P2</a:t>
            </a:r>
            <a:endParaRPr kumimoji="1" lang="en-US" sz="1600" b="1" dirty="0">
              <a:solidFill>
                <a:schemeClr val="bg1"/>
              </a:solidFill>
              <a:latin typeface="+mj-ea"/>
              <a:ea typeface="+mj-ea"/>
            </a:endParaRPr>
          </a:p>
        </p:txBody>
      </p:sp>
      <p:sp>
        <p:nvSpPr>
          <p:cNvPr id="15" name="Rectangle 14"/>
          <p:cNvSpPr/>
          <p:nvPr/>
        </p:nvSpPr>
        <p:spPr bwMode="auto">
          <a:xfrm>
            <a:off x="5549155" y="235826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P3</a:t>
            </a:r>
            <a:endParaRPr kumimoji="1" lang="en-US" sz="1600" b="1" dirty="0">
              <a:solidFill>
                <a:schemeClr val="bg1"/>
              </a:solidFill>
              <a:latin typeface="+mj-ea"/>
              <a:ea typeface="+mj-ea"/>
            </a:endParaRPr>
          </a:p>
        </p:txBody>
      </p:sp>
      <p:sp>
        <p:nvSpPr>
          <p:cNvPr id="16" name="Rectangle 15"/>
          <p:cNvSpPr/>
          <p:nvPr/>
        </p:nvSpPr>
        <p:spPr>
          <a:xfrm>
            <a:off x="5414653" y="3465781"/>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17" name="Rectangle 16"/>
          <p:cNvSpPr/>
          <p:nvPr/>
        </p:nvSpPr>
        <p:spPr bwMode="auto">
          <a:xfrm>
            <a:off x="5549156" y="3550359"/>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P2</a:t>
            </a:r>
            <a:endParaRPr kumimoji="1" lang="en-US" sz="1600" b="1" dirty="0">
              <a:latin typeface="+mj-ea"/>
              <a:ea typeface="+mj-ea"/>
            </a:endParaRPr>
          </a:p>
        </p:txBody>
      </p:sp>
      <p:sp>
        <p:nvSpPr>
          <p:cNvPr id="18" name="Rectangle 17"/>
          <p:cNvSpPr/>
          <p:nvPr/>
        </p:nvSpPr>
        <p:spPr bwMode="auto">
          <a:xfrm>
            <a:off x="5549155" y="384334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P0</a:t>
            </a:r>
            <a:endParaRPr kumimoji="1" lang="en-US" sz="1600" b="1" dirty="0">
              <a:solidFill>
                <a:schemeClr val="bg1"/>
              </a:solidFill>
              <a:latin typeface="+mj-ea"/>
              <a:ea typeface="+mj-ea"/>
            </a:endParaRPr>
          </a:p>
        </p:txBody>
      </p:sp>
      <p:sp>
        <p:nvSpPr>
          <p:cNvPr id="19" name="Rectangle 18"/>
          <p:cNvSpPr/>
          <p:nvPr/>
        </p:nvSpPr>
        <p:spPr bwMode="auto">
          <a:xfrm>
            <a:off x="5549155" y="4162479"/>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P1</a:t>
            </a:r>
            <a:endParaRPr kumimoji="1" lang="en-US" sz="1600" b="1" dirty="0">
              <a:solidFill>
                <a:schemeClr val="bg1"/>
              </a:solidFill>
              <a:latin typeface="+mj-ea"/>
              <a:ea typeface="+mj-ea"/>
            </a:endParaRPr>
          </a:p>
        </p:txBody>
      </p:sp>
      <p:sp>
        <p:nvSpPr>
          <p:cNvPr id="20" name="Rectangle 19"/>
          <p:cNvSpPr/>
          <p:nvPr/>
        </p:nvSpPr>
        <p:spPr bwMode="auto">
          <a:xfrm>
            <a:off x="5549155" y="448922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P3</a:t>
            </a:r>
            <a:endParaRPr kumimoji="1" lang="en-US" sz="1600" b="1" dirty="0">
              <a:solidFill>
                <a:schemeClr val="bg1"/>
              </a:solidFill>
              <a:latin typeface="+mj-ea"/>
              <a:ea typeface="+mj-ea"/>
            </a:endParaRPr>
          </a:p>
        </p:txBody>
      </p:sp>
      <p:sp>
        <p:nvSpPr>
          <p:cNvPr id="21" name="Rectangle 20"/>
          <p:cNvSpPr/>
          <p:nvPr/>
        </p:nvSpPr>
        <p:spPr>
          <a:xfrm>
            <a:off x="7014358" y="1334815"/>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22" name="Rectangle 21"/>
          <p:cNvSpPr/>
          <p:nvPr/>
        </p:nvSpPr>
        <p:spPr bwMode="auto">
          <a:xfrm>
            <a:off x="7148861" y="1419393"/>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P1</a:t>
            </a:r>
            <a:endParaRPr kumimoji="1" lang="en-US" sz="1600" b="1" dirty="0">
              <a:latin typeface="+mj-ea"/>
              <a:ea typeface="+mj-ea"/>
            </a:endParaRPr>
          </a:p>
        </p:txBody>
      </p:sp>
      <p:sp>
        <p:nvSpPr>
          <p:cNvPr id="23" name="Rectangle 22"/>
          <p:cNvSpPr/>
          <p:nvPr/>
        </p:nvSpPr>
        <p:spPr bwMode="auto">
          <a:xfrm>
            <a:off x="7148860" y="171238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P0</a:t>
            </a:r>
            <a:endParaRPr kumimoji="1" lang="en-US" sz="1600" b="1" dirty="0">
              <a:solidFill>
                <a:schemeClr val="bg1"/>
              </a:solidFill>
              <a:latin typeface="+mj-ea"/>
              <a:ea typeface="+mj-ea"/>
            </a:endParaRPr>
          </a:p>
        </p:txBody>
      </p:sp>
      <p:sp>
        <p:nvSpPr>
          <p:cNvPr id="24" name="Rectangle 23"/>
          <p:cNvSpPr/>
          <p:nvPr/>
        </p:nvSpPr>
        <p:spPr bwMode="auto">
          <a:xfrm>
            <a:off x="7148860" y="2031513"/>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P2</a:t>
            </a:r>
            <a:endParaRPr kumimoji="1" lang="en-US" sz="1600" b="1" dirty="0">
              <a:solidFill>
                <a:schemeClr val="bg1"/>
              </a:solidFill>
              <a:latin typeface="+mj-ea"/>
              <a:ea typeface="+mj-ea"/>
            </a:endParaRPr>
          </a:p>
        </p:txBody>
      </p:sp>
      <p:sp>
        <p:nvSpPr>
          <p:cNvPr id="25" name="Rectangle 24"/>
          <p:cNvSpPr/>
          <p:nvPr/>
        </p:nvSpPr>
        <p:spPr bwMode="auto">
          <a:xfrm>
            <a:off x="7148860" y="235826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P3</a:t>
            </a:r>
            <a:endParaRPr kumimoji="1" lang="en-US" sz="1600" b="1" dirty="0">
              <a:solidFill>
                <a:schemeClr val="bg1"/>
              </a:solidFill>
              <a:latin typeface="+mj-ea"/>
              <a:ea typeface="+mj-ea"/>
            </a:endParaRPr>
          </a:p>
        </p:txBody>
      </p:sp>
      <p:sp>
        <p:nvSpPr>
          <p:cNvPr id="26" name="Rectangle 25"/>
          <p:cNvSpPr/>
          <p:nvPr/>
        </p:nvSpPr>
        <p:spPr>
          <a:xfrm>
            <a:off x="7014358" y="3465781"/>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smtClean="0"/>
              <a:t>ndb</a:t>
            </a:r>
            <a:r>
              <a:rPr lang="en-US" dirty="0" smtClean="0"/>
              <a:t> node</a:t>
            </a:r>
            <a:endParaRPr lang="en-US" dirty="0"/>
          </a:p>
        </p:txBody>
      </p:sp>
      <p:sp>
        <p:nvSpPr>
          <p:cNvPr id="27" name="Rectangle 26"/>
          <p:cNvSpPr/>
          <p:nvPr/>
        </p:nvSpPr>
        <p:spPr bwMode="auto">
          <a:xfrm>
            <a:off x="7148861" y="3550359"/>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P3</a:t>
            </a:r>
            <a:endParaRPr kumimoji="1" lang="en-US" sz="1600" b="1" dirty="0">
              <a:latin typeface="+mj-ea"/>
              <a:ea typeface="+mj-ea"/>
            </a:endParaRPr>
          </a:p>
        </p:txBody>
      </p:sp>
      <p:sp>
        <p:nvSpPr>
          <p:cNvPr id="28" name="Rectangle 27"/>
          <p:cNvSpPr/>
          <p:nvPr/>
        </p:nvSpPr>
        <p:spPr bwMode="auto">
          <a:xfrm>
            <a:off x="7148860" y="384334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P0</a:t>
            </a:r>
            <a:endParaRPr kumimoji="1" lang="en-US" sz="1600" b="1" dirty="0">
              <a:solidFill>
                <a:schemeClr val="bg1"/>
              </a:solidFill>
              <a:latin typeface="+mj-ea"/>
              <a:ea typeface="+mj-ea"/>
            </a:endParaRPr>
          </a:p>
        </p:txBody>
      </p:sp>
      <p:sp>
        <p:nvSpPr>
          <p:cNvPr id="29" name="Rectangle 28"/>
          <p:cNvSpPr/>
          <p:nvPr/>
        </p:nvSpPr>
        <p:spPr bwMode="auto">
          <a:xfrm>
            <a:off x="7148860" y="4162479"/>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P1</a:t>
            </a:r>
            <a:endParaRPr kumimoji="1" lang="en-US" sz="1600" b="1" dirty="0">
              <a:solidFill>
                <a:schemeClr val="bg1"/>
              </a:solidFill>
              <a:latin typeface="+mj-ea"/>
              <a:ea typeface="+mj-ea"/>
            </a:endParaRPr>
          </a:p>
        </p:txBody>
      </p:sp>
      <p:sp>
        <p:nvSpPr>
          <p:cNvPr id="30" name="Rectangle 29"/>
          <p:cNvSpPr/>
          <p:nvPr/>
        </p:nvSpPr>
        <p:spPr bwMode="auto">
          <a:xfrm>
            <a:off x="7148860" y="448922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P2</a:t>
            </a:r>
            <a:endParaRPr kumimoji="1" lang="en-US" sz="1600" b="1" dirty="0">
              <a:solidFill>
                <a:schemeClr val="bg1"/>
              </a:solidFill>
              <a:latin typeface="+mj-ea"/>
              <a:ea typeface="+mj-ea"/>
            </a:endParaRPr>
          </a:p>
        </p:txBody>
      </p:sp>
    </p:spTree>
    <p:extLst>
      <p:ext uri="{BB962C8B-B14F-4D97-AF65-F5344CB8AC3E}">
        <p14:creationId xmlns:p14="http://schemas.microsoft.com/office/powerpoint/2010/main" val="11237877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a:t>
            </a:r>
            <a:r>
              <a:rPr lang="en-US" altLang="ja-JP" dirty="0" smtClean="0"/>
              <a:t>(SQL/API node</a:t>
            </a:r>
            <a:r>
              <a:rPr lang="en-US" altLang="ja-JP" dirty="0"/>
              <a:t>)</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b="1" dirty="0" smtClean="0"/>
              <a:t>SQL/API Node.</a:t>
            </a:r>
            <a:r>
              <a:rPr lang="en-US" altLang="ja-JP" sz="1600" dirty="0"/>
              <a:t> This is a node that accesses the cluster data. In the case of NDB Cluster, an SQL </a:t>
            </a:r>
            <a:r>
              <a:rPr lang="en-US" altLang="ja-JP" sz="1600" dirty="0" smtClean="0"/>
              <a:t>node is </a:t>
            </a:r>
            <a:r>
              <a:rPr lang="en-US" altLang="ja-JP" sz="1600" dirty="0"/>
              <a:t>a traditional MySQL server that uses the </a:t>
            </a:r>
            <a:r>
              <a:rPr lang="en-US" altLang="ja-JP" sz="1600" i="1" dirty="0" smtClean="0"/>
              <a:t>NDBCLUSTER</a:t>
            </a:r>
            <a:r>
              <a:rPr lang="en-US" altLang="ja-JP" sz="1600" dirty="0" smtClean="0"/>
              <a:t> storage </a:t>
            </a:r>
            <a:r>
              <a:rPr lang="en-US" altLang="ja-JP" sz="1600" dirty="0"/>
              <a:t>engine. An SQL node is a </a:t>
            </a:r>
            <a:r>
              <a:rPr lang="en-US" altLang="ja-JP" sz="1600" i="1" dirty="0" err="1" smtClean="0"/>
              <a:t>mysqld</a:t>
            </a:r>
            <a:r>
              <a:rPr lang="en-US" altLang="ja-JP" sz="1600" dirty="0" smtClean="0"/>
              <a:t> process.</a:t>
            </a:r>
          </a:p>
          <a:p>
            <a:endParaRPr kumimoji="1" lang="en-US" altLang="ja-JP" sz="1600" b="1" dirty="0"/>
          </a:p>
          <a:p>
            <a:pPr marL="168275" indent="0">
              <a:buNone/>
            </a:pPr>
            <a:r>
              <a:rPr lang="en-US" altLang="ja-JP" sz="1600" dirty="0"/>
              <a:t>This node provides connectivity from the application logic to the data nodes. Applications can access the database using SQL through one or many MySQL Servers performing the function of SQL interfaces into the data stored within a MySQL Cluster</a:t>
            </a:r>
            <a:r>
              <a:rPr lang="en-US" altLang="ja-JP" sz="1600" dirty="0" smtClean="0"/>
              <a:t>.</a:t>
            </a:r>
          </a:p>
          <a:p>
            <a:pPr marL="168275" indent="0">
              <a:buNone/>
            </a:pPr>
            <a:endParaRPr kumimoji="1" lang="en-US" altLang="ja-JP" sz="1600" dirty="0"/>
          </a:p>
          <a:p>
            <a:pPr marL="168275" indent="0">
              <a:buNone/>
            </a:pPr>
            <a:r>
              <a:rPr lang="en-US" altLang="ja-JP" sz="1600" dirty="0"/>
              <a:t>Alternatively, a high performance (C++ based) interface called NDB API can be used for extra control, better real-time behavior and greater throughput. The NDB API provides a layer through which additional NoSQL interfaces can directly access the cluster, bypassing the SQL layer, allowing for lower latency and improved developer flexibility.</a:t>
            </a:r>
            <a:endParaRPr kumimoji="1" lang="ja-JP" altLang="en-US" sz="1600" dirty="0"/>
          </a:p>
        </p:txBody>
      </p:sp>
    </p:spTree>
    <p:extLst>
      <p:ext uri="{BB962C8B-B14F-4D97-AF65-F5344CB8AC3E}">
        <p14:creationId xmlns:p14="http://schemas.microsoft.com/office/powerpoint/2010/main" val="22821236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 Cluster: Components </a:t>
            </a:r>
            <a:r>
              <a:rPr lang="en-US" altLang="ja-JP" dirty="0" smtClean="0"/>
              <a:t>(Management </a:t>
            </a:r>
            <a:r>
              <a:rPr lang="en-US" altLang="ja-JP" dirty="0"/>
              <a:t>node)</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b="1" dirty="0" smtClean="0"/>
              <a:t>Management Node.</a:t>
            </a:r>
            <a:r>
              <a:rPr lang="en-US" altLang="ja-JP" sz="1600" dirty="0"/>
              <a:t> The role of this type of node is to manage the other nodes within the </a:t>
            </a:r>
            <a:r>
              <a:rPr lang="en-US" altLang="ja-JP" sz="1600" dirty="0" smtClean="0"/>
              <a:t>NDB Cluster</a:t>
            </a:r>
            <a:r>
              <a:rPr lang="en-US" altLang="ja-JP" sz="1600" dirty="0"/>
              <a:t>, performing such functions as providing configuration data, starting and stopping nodes, </a:t>
            </a:r>
            <a:r>
              <a:rPr lang="en-US" altLang="ja-JP" sz="1600" dirty="0" smtClean="0"/>
              <a:t>and running </a:t>
            </a:r>
            <a:r>
              <a:rPr lang="en-US" altLang="ja-JP" sz="1600" dirty="0"/>
              <a:t>backups. Because this node type manages the configuration of the other nodes, a node </a:t>
            </a:r>
            <a:r>
              <a:rPr lang="en-US" altLang="ja-JP" sz="1600" dirty="0" smtClean="0"/>
              <a:t>of this </a:t>
            </a:r>
            <a:r>
              <a:rPr lang="en-US" altLang="ja-JP" sz="1600" dirty="0"/>
              <a:t>type should be started first, before any other node. An MGM node is started with the </a:t>
            </a:r>
            <a:r>
              <a:rPr lang="en-US" altLang="ja-JP" sz="1600" dirty="0" smtClean="0"/>
              <a:t>command </a:t>
            </a:r>
            <a:r>
              <a:rPr lang="en-US" altLang="ja-JP" sz="1600" i="1" dirty="0" err="1" smtClean="0"/>
              <a:t>ndb_mgmd</a:t>
            </a:r>
            <a:r>
              <a:rPr lang="en-US" altLang="ja-JP" sz="1600" dirty="0" smtClean="0"/>
              <a:t>.</a:t>
            </a:r>
          </a:p>
          <a:p>
            <a:endParaRPr kumimoji="1" lang="en-US" altLang="ja-JP" sz="1600" dirty="0"/>
          </a:p>
          <a:p>
            <a:pPr marL="168275" indent="0">
              <a:buNone/>
            </a:pPr>
            <a:r>
              <a:rPr lang="en-US" altLang="ja-JP" sz="1600" dirty="0"/>
              <a:t>By default, the Management Node also provides arbitration services, in the event there is a network failure which leads to a “split-brain” or a cluster exhibiting “network-partitioning”.</a:t>
            </a:r>
            <a:endParaRPr kumimoji="1" lang="ja-JP" altLang="en-US" sz="1600" dirty="0"/>
          </a:p>
        </p:txBody>
      </p:sp>
    </p:spTree>
    <p:extLst>
      <p:ext uri="{BB962C8B-B14F-4D97-AF65-F5344CB8AC3E}">
        <p14:creationId xmlns:p14="http://schemas.microsoft.com/office/powerpoint/2010/main" val="8646348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418307"/>
      </p:ext>
    </p:extLst>
  </p:cSld>
  <p:clrMapOvr>
    <a:masterClrMapping/>
  </p:clrMapOvr>
  <p:timing>
    <p:tnLst>
      <p:par>
        <p:cTn id="1" dur="indefinite" restart="never" nodeType="tmRoot"/>
      </p:par>
    </p:tnLst>
  </p:timing>
</p:sld>
</file>

<file path=ppt/theme/theme1.xml><?xml version="1.0" encoding="utf-8"?>
<a:theme xmlns:a="http://schemas.openxmlformats.org/drawingml/2006/main" name="NEC_standard_4_3_en">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_font">
      <a:majorFont>
        <a:latin typeface="Verdana"/>
        <a:ea typeface="メイリオ"/>
        <a:cs typeface=""/>
        <a:font script="Jpan" typeface="メイリオ"/>
        <a:font script="Hans" typeface="微軟雅黒"/>
        <a:font script="Hant" typeface="微軟雅黒"/>
      </a:majorFont>
      <a:minorFont>
        <a:latin typeface="Verdana"/>
        <a:ea typeface="メイリオ"/>
        <a:cs typeface=""/>
        <a:font script="Jpan" typeface="メイリオ"/>
        <a:font script="Hans" typeface="微軟雅黒"/>
        <a:font script="Hant" typeface="微軟雅黒"/>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solidFill>
          <a:schemeClr val="bg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font_en_2015">
      <a:majorFont>
        <a:latin typeface="Verdana"/>
        <a:ea typeface="メイリオ"/>
        <a:cs typeface=""/>
        <a:font script="Jpan" typeface="メイリオ"/>
        <a:font script="Hans" typeface="微軟雅黒"/>
        <a:font script="Hant" typeface="微軟雅黒"/>
      </a:majorFont>
      <a:minorFont>
        <a:latin typeface="Verdana"/>
        <a:ea typeface="メイリオ"/>
        <a:cs typeface=""/>
        <a:font script="Jpan" typeface="メイリオ"/>
        <a:font script="Hans" typeface="微軟雅黒"/>
        <a:font script="Hant" typeface="微軟雅黒"/>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 ??"/>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 ??"/>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NEC_standard_4_3_en</Template>
  <TotalTime>0</TotalTime>
  <Words>2123</Words>
  <Application>Microsoft Office PowerPoint</Application>
  <PresentationFormat>On-screen Show (4:3)</PresentationFormat>
  <Paragraphs>404</Paragraphs>
  <Slides>25</Slides>
  <Notes>3</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NEC_standard_4_3_en</vt:lpstr>
      <vt:lpstr>MySQL Cluster</vt:lpstr>
      <vt:lpstr>PowerPoint Presentation</vt:lpstr>
      <vt:lpstr>PowerPoint Presentation</vt:lpstr>
      <vt:lpstr>Table of Contents</vt:lpstr>
      <vt:lpstr>MySQL Cluster Investigation</vt:lpstr>
      <vt:lpstr>MySQL Cluster: What is MySQL Cluster?</vt:lpstr>
      <vt:lpstr>MySQL Cluster: Key Features </vt:lpstr>
      <vt:lpstr>MySQL Cluster: System Requirements</vt:lpstr>
      <vt:lpstr>MySQL Cluster: System Requirements (Cont…)</vt:lpstr>
      <vt:lpstr>MySQL Cluster: Version 7.5 Information</vt:lpstr>
      <vt:lpstr>MySQL Cluster: Version 7.5 Information (NDB Cluster 7.5 Improvements – Cont…)</vt:lpstr>
      <vt:lpstr>MySQL Cluster: License Information</vt:lpstr>
      <vt:lpstr>MySQL Cluster: Architecture</vt:lpstr>
      <vt:lpstr>MySQL Cluster: Architecture</vt:lpstr>
      <vt:lpstr>MySQL Cluster: Components (Data node)</vt:lpstr>
      <vt:lpstr>MySQL Cluster: Components (Data node)</vt:lpstr>
      <vt:lpstr>MySQL Cluster: Components (Data node)</vt:lpstr>
      <vt:lpstr>MySQL Cluster: Components (Data node)</vt:lpstr>
      <vt:lpstr>MySQL Cluster: Components (Data node)</vt:lpstr>
      <vt:lpstr>MySQL Cluster: Components (Data node)</vt:lpstr>
      <vt:lpstr>MySQL Cluster: Components (Data node)</vt:lpstr>
      <vt:lpstr>MySQL Cluster: Components (Data node)</vt:lpstr>
      <vt:lpstr>MySQL Cluster: Components (SQL/API node)</vt:lpstr>
      <vt:lpstr>MySQL Cluster: Components (Management node)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2015-07-21T05:37:26Z</dcterms:created>
  <dcterms:modified xsi:type="dcterms:W3CDTF">2017-06-24T08:26:52Z</dcterms:modified>
</cp:coreProperties>
</file>