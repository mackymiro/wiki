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autoCompressPictures="0">
  <p:sldMasterIdLst>
    <p:sldMasterId id="2147483705" r:id="rId1"/>
  </p:sldMasterIdLst>
  <p:notesMasterIdLst>
    <p:notesMasterId r:id="rId27"/>
  </p:notesMasterIdLst>
  <p:handoutMasterIdLst>
    <p:handoutMasterId r:id="rId28"/>
  </p:handoutMasterIdLst>
  <p:sldIdLst>
    <p:sldId id="262" r:id="rId2"/>
    <p:sldId id="267" r:id="rId3"/>
    <p:sldId id="268" r:id="rId4"/>
    <p:sldId id="263" r:id="rId5"/>
    <p:sldId id="264" r:id="rId6"/>
    <p:sldId id="269" r:id="rId7"/>
    <p:sldId id="270" r:id="rId8"/>
    <p:sldId id="299" r:id="rId9"/>
    <p:sldId id="300" r:id="rId10"/>
    <p:sldId id="304" r:id="rId11"/>
    <p:sldId id="313" r:id="rId12"/>
    <p:sldId id="301" r:id="rId13"/>
    <p:sldId id="271" r:id="rId14"/>
    <p:sldId id="314" r:id="rId15"/>
    <p:sldId id="298" r:id="rId16"/>
    <p:sldId id="273" r:id="rId17"/>
    <p:sldId id="274" r:id="rId18"/>
    <p:sldId id="315" r:id="rId19"/>
    <p:sldId id="316" r:id="rId20"/>
    <p:sldId id="317" r:id="rId21"/>
    <p:sldId id="318" r:id="rId22"/>
    <p:sldId id="319" r:id="rId23"/>
    <p:sldId id="282" r:id="rId24"/>
    <p:sldId id="281" r:id="rId25"/>
    <p:sldId id="266" r:id="rId26"/>
  </p:sldIdLst>
  <p:sldSz cx="9144000" cy="6858000" type="screen4x3"/>
  <p:notesSz cx="6807200" cy="9939338"/>
  <p:kinsoku lang="ja-JP" invalStChars="、。，．・：；？！゛゜ヽヾゝゞ々ー’”）〕］｝〉》」』】°‰′″℃￠％ぁぃぅぇぉっゃゅょゎァィゥェォッャュョヮヵヶ!%),.:;?]}｡｣､･ｧｨｩｪｫｬｭｮｯｰﾞﾟ" invalEndChars="‘“（〔［｛〈《「『【￥＄$([\{｢￡"/>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3B87605F-6347-4350-B173-1EE1CBAA3787}">
          <p14:sldIdLst>
            <p14:sldId id="262"/>
          </p14:sldIdLst>
        </p14:section>
        <p14:section name="Brand Statement" id="{E9B22BFF-877C-4AA1-9323-19B679BF99B1}">
          <p14:sldIdLst>
            <p14:sldId id="267"/>
            <p14:sldId id="268"/>
          </p14:sldIdLst>
        </p14:section>
        <p14:section name="Table of Contents" id="{0B1E2898-31BC-42F3-A5A5-141726087CC7}">
          <p14:sldIdLst>
            <p14:sldId id="263"/>
          </p14:sldIdLst>
        </p14:section>
        <p14:section name="Body" id="{18FAE958-DF6E-4AAC-835E-E68BDECA82A9}">
          <p14:sldIdLst>
            <p14:sldId id="264"/>
            <p14:sldId id="269"/>
            <p14:sldId id="270"/>
            <p14:sldId id="299"/>
            <p14:sldId id="300"/>
            <p14:sldId id="304"/>
            <p14:sldId id="313"/>
            <p14:sldId id="301"/>
            <p14:sldId id="271"/>
            <p14:sldId id="314"/>
            <p14:sldId id="298"/>
            <p14:sldId id="273"/>
            <p14:sldId id="274"/>
            <p14:sldId id="315"/>
            <p14:sldId id="316"/>
            <p14:sldId id="317"/>
            <p14:sldId id="318"/>
            <p14:sldId id="319"/>
            <p14:sldId id="282"/>
            <p14:sldId id="281"/>
          </p14:sldIdLst>
        </p14:section>
        <p14:section name="Corporate Mark" id="{043BD1DC-881F-4DDA-BE71-3D4C881D9A5E}">
          <p14:sldIdLst>
            <p14:sldId id="266"/>
          </p14:sldIdLst>
        </p14:section>
      </p14:sectionLst>
    </p:ext>
    <p:ext uri="{EFAFB233-063F-42B5-8137-9DF3F51BA10A}">
      <p15:sldGuideLst xmlns:p15="http://schemas.microsoft.com/office/powerpoint/2012/main" xmlns="">
        <p15:guide id="1" orient="horz" pos="527">
          <p15:clr>
            <a:srgbClr val="A4A3A4"/>
          </p15:clr>
        </p15:guide>
        <p15:guide id="2" orient="horz" pos="73">
          <p15:clr>
            <a:srgbClr val="A4A3A4"/>
          </p15:clr>
        </p15:guide>
        <p15:guide id="3" orient="horz" pos="4064">
          <p15:clr>
            <a:srgbClr val="A4A3A4"/>
          </p15:clr>
        </p15:guide>
        <p15:guide id="4" pos="2880">
          <p15:clr>
            <a:srgbClr val="A4A3A4"/>
          </p15:clr>
        </p15:guide>
        <p15:guide id="5" pos="113">
          <p15:clr>
            <a:srgbClr val="A4A3A4"/>
          </p15:clr>
        </p15:guide>
        <p15:guide id="6" pos="5647">
          <p15:clr>
            <a:srgbClr val="A4A3A4"/>
          </p15:clr>
        </p15:guide>
      </p15:sldGuideLst>
    </p:ext>
    <p:ext uri="{2D200454-40CA-4A62-9FC3-DE9A4176ACB9}">
      <p15:notesGuideLst xmlns:p15="http://schemas.microsoft.com/office/powerpoint/2012/main" xmlns="">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7294" autoAdjust="0"/>
    <p:restoredTop sz="91553" autoAdjust="0"/>
  </p:normalViewPr>
  <p:slideViewPr>
    <p:cSldViewPr snapToGrid="0" snapToObjects="1">
      <p:cViewPr>
        <p:scale>
          <a:sx n="100" d="100"/>
          <a:sy n="100" d="100"/>
        </p:scale>
        <p:origin x="-972" y="222"/>
      </p:cViewPr>
      <p:guideLst>
        <p:guide orient="horz" pos="527"/>
        <p:guide orient="horz" pos="73"/>
        <p:guide orient="horz" pos="4064"/>
        <p:guide pos="2880"/>
        <p:guide pos="113"/>
        <p:guide pos="5647"/>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 d="1"/>
        <a:sy n="1" d="1"/>
      </p:scale>
      <p:origin x="0" y="0"/>
    </p:cViewPr>
  </p:sorterViewPr>
  <p:notesViewPr>
    <p:cSldViewPr snapToGrid="0" snapToObjects="1">
      <p:cViewPr varScale="1">
        <p:scale>
          <a:sx n="55" d="100"/>
          <a:sy n="55" d="100"/>
        </p:scale>
        <p:origin x="-3054" y="-78"/>
      </p:cViewPr>
      <p:guideLst>
        <p:guide orient="horz" pos="3130"/>
        <p:guide pos="2145"/>
      </p:guideLst>
    </p:cSldViewPr>
  </p:notes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2949787" cy="496967"/>
          </a:xfrm>
          <a:prstGeom prst="rect">
            <a:avLst/>
          </a:prstGeom>
        </p:spPr>
        <p:txBody>
          <a:bodyPr vert="horz" lIns="92221" tIns="46111" rIns="92221" bIns="46111" rtlCol="0"/>
          <a:lstStyle>
            <a:lvl1pPr algn="l">
              <a:defRPr sz="1200"/>
            </a:lvl1pPr>
          </a:lstStyle>
          <a:p>
            <a:endParaRPr kumimoji="1" lang="ja-JP" altLang="en-US" dirty="0">
              <a:ea typeface="メイリオ" panose="020B0604030504040204" pitchFamily="50" charset="-128"/>
            </a:endParaRPr>
          </a:p>
        </p:txBody>
      </p:sp>
      <p:sp>
        <p:nvSpPr>
          <p:cNvPr id="3" name="日付プレースホルダー 2"/>
          <p:cNvSpPr>
            <a:spLocks noGrp="1"/>
          </p:cNvSpPr>
          <p:nvPr>
            <p:ph type="dt" sz="quarter" idx="1"/>
          </p:nvPr>
        </p:nvSpPr>
        <p:spPr>
          <a:xfrm>
            <a:off x="3855839" y="1"/>
            <a:ext cx="2949787" cy="496967"/>
          </a:xfrm>
          <a:prstGeom prst="rect">
            <a:avLst/>
          </a:prstGeom>
        </p:spPr>
        <p:txBody>
          <a:bodyPr vert="horz" lIns="92221" tIns="46111" rIns="92221" bIns="46111" rtlCol="0"/>
          <a:lstStyle>
            <a:lvl1pPr algn="r">
              <a:defRPr sz="1200"/>
            </a:lvl1pPr>
          </a:lstStyle>
          <a:p>
            <a:fld id="{D829EBEE-5DBD-45D0-BA62-80122688BEB8}" type="datetimeFigureOut">
              <a:rPr kumimoji="1" lang="ja-JP" altLang="en-US" smtClean="0">
                <a:ea typeface="メイリオ" panose="020B0604030504040204" pitchFamily="50" charset="-128"/>
              </a:rPr>
              <a:t>2017/6/23</a:t>
            </a:fld>
            <a:endParaRPr kumimoji="1" lang="ja-JP" altLang="en-US" dirty="0">
              <a:ea typeface="メイリオ" panose="020B0604030504040204" pitchFamily="50" charset="-128"/>
            </a:endParaRPr>
          </a:p>
        </p:txBody>
      </p:sp>
      <p:sp>
        <p:nvSpPr>
          <p:cNvPr id="4" name="フッター プレースホルダー 3"/>
          <p:cNvSpPr>
            <a:spLocks noGrp="1"/>
          </p:cNvSpPr>
          <p:nvPr>
            <p:ph type="ftr" sz="quarter" idx="2"/>
          </p:nvPr>
        </p:nvSpPr>
        <p:spPr>
          <a:xfrm>
            <a:off x="2" y="9440647"/>
            <a:ext cx="2949787" cy="496967"/>
          </a:xfrm>
          <a:prstGeom prst="rect">
            <a:avLst/>
          </a:prstGeom>
        </p:spPr>
        <p:txBody>
          <a:bodyPr vert="horz" lIns="92221" tIns="46111" rIns="92221" bIns="46111" rtlCol="0" anchor="b"/>
          <a:lstStyle>
            <a:lvl1pPr algn="l">
              <a:defRPr sz="1200"/>
            </a:lvl1pPr>
          </a:lstStyle>
          <a:p>
            <a:endParaRPr kumimoji="1" lang="ja-JP" altLang="en-US" dirty="0">
              <a:ea typeface="メイリオ" panose="020B0604030504040204" pitchFamily="50" charset="-128"/>
            </a:endParaRPr>
          </a:p>
        </p:txBody>
      </p:sp>
      <p:sp>
        <p:nvSpPr>
          <p:cNvPr id="5" name="スライド番号プレースホルダー 4"/>
          <p:cNvSpPr>
            <a:spLocks noGrp="1"/>
          </p:cNvSpPr>
          <p:nvPr>
            <p:ph type="sldNum" sz="quarter" idx="3"/>
          </p:nvPr>
        </p:nvSpPr>
        <p:spPr>
          <a:xfrm>
            <a:off x="3855839" y="9440647"/>
            <a:ext cx="2949787" cy="496967"/>
          </a:xfrm>
          <a:prstGeom prst="rect">
            <a:avLst/>
          </a:prstGeom>
        </p:spPr>
        <p:txBody>
          <a:bodyPr vert="horz" lIns="92221" tIns="46111" rIns="92221" bIns="46111" rtlCol="0" anchor="b"/>
          <a:lstStyle>
            <a:lvl1pPr algn="r">
              <a:defRPr sz="1200"/>
            </a:lvl1pPr>
          </a:lstStyle>
          <a:p>
            <a:fld id="{6322DB22-2E22-491B-AA6C-F689DB200DBB}" type="slidenum">
              <a:rPr kumimoji="1" lang="ja-JP" altLang="en-US" smtClean="0">
                <a:ea typeface="メイリオ" panose="020B0604030504040204" pitchFamily="50" charset="-128"/>
              </a:rPr>
              <a:t>‹#›</a:t>
            </a:fld>
            <a:endParaRPr kumimoji="1" lang="ja-JP" altLang="en-US" dirty="0">
              <a:ea typeface="メイリオ" panose="020B0604030504040204" pitchFamily="50" charset="-128"/>
            </a:endParaRPr>
          </a:p>
        </p:txBody>
      </p:sp>
    </p:spTree>
    <p:extLst>
      <p:ext uri="{BB962C8B-B14F-4D97-AF65-F5344CB8AC3E}">
        <p14:creationId xmlns:p14="http://schemas.microsoft.com/office/powerpoint/2010/main" val="163105054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ー 2"/>
          <p:cNvSpPr>
            <a:spLocks noGrp="1"/>
          </p:cNvSpPr>
          <p:nvPr>
            <p:ph type="dt" idx="1"/>
          </p:nvPr>
        </p:nvSpPr>
        <p:spPr>
          <a:xfrm>
            <a:off x="3855839" y="1"/>
            <a:ext cx="2949787" cy="288000"/>
          </a:xfrm>
          <a:prstGeom prst="rect">
            <a:avLst/>
          </a:prstGeom>
        </p:spPr>
        <p:txBody>
          <a:bodyPr vert="horz" lIns="92221" tIns="46111" rIns="92221" bIns="46111" rtlCol="0"/>
          <a:lstStyle>
            <a:lvl1pPr algn="r">
              <a:defRPr sz="1000">
                <a:ea typeface="メイリオ" panose="020B0604030504040204" pitchFamily="50" charset="-128"/>
              </a:defRPr>
            </a:lvl1pPr>
          </a:lstStyle>
          <a:p>
            <a:fld id="{4B26993D-C081-44EB-B0F5-A9F467792B62}" type="datetimeFigureOut">
              <a:rPr lang="ja-JP" altLang="en-US" smtClean="0"/>
              <a:pPr/>
              <a:t>2017/6/23</a:t>
            </a:fld>
            <a:endParaRPr lang="ja-JP" altLang="en-US" dirty="0"/>
          </a:p>
        </p:txBody>
      </p:sp>
      <p:sp>
        <p:nvSpPr>
          <p:cNvPr id="7" name="スライド番号プレースホルダー 6"/>
          <p:cNvSpPr>
            <a:spLocks noGrp="1"/>
          </p:cNvSpPr>
          <p:nvPr>
            <p:ph type="sldNum" sz="quarter" idx="5"/>
          </p:nvPr>
        </p:nvSpPr>
        <p:spPr>
          <a:xfrm>
            <a:off x="3855839" y="9652150"/>
            <a:ext cx="2949787" cy="288000"/>
          </a:xfrm>
          <a:prstGeom prst="rect">
            <a:avLst/>
          </a:prstGeom>
        </p:spPr>
        <p:txBody>
          <a:bodyPr vert="horz" lIns="92221" tIns="46111" rIns="92221" bIns="46111" rtlCol="0" anchor="b"/>
          <a:lstStyle>
            <a:lvl1pPr algn="r">
              <a:defRPr sz="1000">
                <a:ea typeface="メイリオ" panose="020B0604030504040204" pitchFamily="50" charset="-128"/>
              </a:defRPr>
            </a:lvl1pPr>
          </a:lstStyle>
          <a:p>
            <a:fld id="{CFBBA293-708C-4261-9FD1-AE04041D5F79}" type="slidenum">
              <a:rPr lang="ja-JP" altLang="en-US" smtClean="0"/>
              <a:pPr/>
              <a:t>‹#›</a:t>
            </a:fld>
            <a:endParaRPr lang="ja-JP" altLang="en-US" dirty="0"/>
          </a:p>
        </p:txBody>
      </p:sp>
      <p:sp>
        <p:nvSpPr>
          <p:cNvPr id="8" name="スライド イメージ プレースホルダー 7"/>
          <p:cNvSpPr>
            <a:spLocks noGrp="1" noRot="1" noChangeAspect="1"/>
          </p:cNvSpPr>
          <p:nvPr>
            <p:ph type="sldImg" idx="2"/>
          </p:nvPr>
        </p:nvSpPr>
        <p:spPr>
          <a:xfrm>
            <a:off x="919163" y="431800"/>
            <a:ext cx="4968875" cy="3725863"/>
          </a:xfrm>
          <a:prstGeom prst="rect">
            <a:avLst/>
          </a:prstGeom>
          <a:noFill/>
          <a:ln w="12700">
            <a:solidFill>
              <a:prstClr val="black"/>
            </a:solidFill>
          </a:ln>
        </p:spPr>
        <p:txBody>
          <a:bodyPr vert="horz" lIns="91433" tIns="45716" rIns="91433" bIns="45716" rtlCol="0" anchor="ctr"/>
          <a:lstStyle/>
          <a:p>
            <a:endParaRPr lang="ja-JP" altLang="en-US" dirty="0"/>
          </a:p>
        </p:txBody>
      </p:sp>
      <p:sp>
        <p:nvSpPr>
          <p:cNvPr id="9" name="ノート プレースホルダー 8"/>
          <p:cNvSpPr>
            <a:spLocks noGrp="1"/>
          </p:cNvSpPr>
          <p:nvPr>
            <p:ph type="body" sz="quarter" idx="3"/>
          </p:nvPr>
        </p:nvSpPr>
        <p:spPr>
          <a:xfrm>
            <a:off x="91601" y="4320000"/>
            <a:ext cx="6624000" cy="5220000"/>
          </a:xfrm>
          <a:prstGeom prst="rect">
            <a:avLst/>
          </a:prstGeom>
        </p:spPr>
        <p:txBody>
          <a:bodyPr vert="horz" lIns="0" tIns="45716" rIns="0" bIns="45716" rtlCol="0"/>
          <a:lstStyle/>
          <a:p>
            <a:pPr lvl="0"/>
            <a:r>
              <a:rPr kumimoji="1" lang="ja-JP" altLang="en-US" dirty="0" smtClean="0"/>
              <a:t>マスター テキストの書式設定</a:t>
            </a:r>
          </a:p>
        </p:txBody>
      </p:sp>
    </p:spTree>
    <p:extLst>
      <p:ext uri="{BB962C8B-B14F-4D97-AF65-F5344CB8AC3E}">
        <p14:creationId xmlns:p14="http://schemas.microsoft.com/office/powerpoint/2010/main" val="45250295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kumimoji="1" sz="1100" kern="1200">
        <a:solidFill>
          <a:schemeClr val="tx1"/>
        </a:solidFill>
        <a:latin typeface="Verdana" panose="020B0604030504040204" pitchFamily="34" charset="0"/>
        <a:ea typeface="メイリオ" panose="020B0604030504040204" pitchFamily="50" charset="-128"/>
        <a:cs typeface="Verdana" panose="020B0604030504040204" pitchFamily="34" charset="0"/>
      </a:defRPr>
    </a:lvl1pPr>
    <a:lvl2pPr marL="457200" algn="l" defTabSz="914400" rtl="0" eaLnBrk="1" latinLnBrk="0" hangingPunct="1">
      <a:defRPr kumimoji="1" sz="800" kern="1200">
        <a:solidFill>
          <a:schemeClr val="tx1"/>
        </a:solidFill>
        <a:latin typeface="+mn-lt"/>
        <a:ea typeface="メイリオ" panose="020B0604030504040204" pitchFamily="50" charset="-128"/>
        <a:cs typeface="+mn-cs"/>
      </a:defRPr>
    </a:lvl2pPr>
    <a:lvl3pPr marL="914400" algn="l" defTabSz="914400" rtl="0" eaLnBrk="1" latinLnBrk="0" hangingPunct="1">
      <a:defRPr kumimoji="1" sz="800" kern="1200">
        <a:solidFill>
          <a:schemeClr val="tx1"/>
        </a:solidFill>
        <a:latin typeface="+mn-lt"/>
        <a:ea typeface="メイリオ" panose="020B0604030504040204" pitchFamily="50" charset="-128"/>
        <a:cs typeface="+mn-cs"/>
      </a:defRPr>
    </a:lvl3pPr>
    <a:lvl4pPr marL="1371600" algn="l" defTabSz="914400" rtl="0" eaLnBrk="1" latinLnBrk="0" hangingPunct="1">
      <a:defRPr kumimoji="1" sz="800" kern="1200">
        <a:solidFill>
          <a:schemeClr val="tx1"/>
        </a:solidFill>
        <a:latin typeface="+mn-lt"/>
        <a:ea typeface="メイリオ" panose="020B0604030504040204" pitchFamily="50" charset="-128"/>
        <a:cs typeface="+mn-cs"/>
      </a:defRPr>
    </a:lvl4pPr>
    <a:lvl5pPr marL="1828800" algn="l" defTabSz="914400" rtl="0" eaLnBrk="1" latinLnBrk="0" hangingPunct="1">
      <a:defRPr kumimoji="1" sz="800" kern="1200">
        <a:solidFill>
          <a:schemeClr val="tx1"/>
        </a:solidFill>
        <a:latin typeface="+mn-lt"/>
        <a:ea typeface="メイリオ" panose="020B060403050404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431800"/>
            <a:ext cx="4968875" cy="3725863"/>
          </a:xfrm>
        </p:spPr>
      </p:sp>
      <p:sp>
        <p:nvSpPr>
          <p:cNvPr id="3" name="ノート プレースホルダー 2"/>
          <p:cNvSpPr>
            <a:spLocks noGrp="1"/>
          </p:cNvSpPr>
          <p:nvPr>
            <p:ph type="body" idx="1"/>
          </p:nvPr>
        </p:nvSpPr>
        <p:spPr/>
        <p:txBody>
          <a:bodyPr/>
          <a:lstStyle/>
          <a:p>
            <a:endParaRPr kumimoji="1" lang="en-US" altLang="ja-JP" dirty="0" smtClean="0"/>
          </a:p>
          <a:p>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CFBBA293-708C-4261-9FD1-AE04041D5F79}" type="slidenum">
              <a:rPr lang="ja-JP" altLang="en-US" smtClean="0"/>
              <a:pPr/>
              <a:t>1</a:t>
            </a:fld>
            <a:endParaRPr lang="ja-JP" altLang="en-US" dirty="0"/>
          </a:p>
        </p:txBody>
      </p:sp>
    </p:spTree>
    <p:extLst>
      <p:ext uri="{BB962C8B-B14F-4D97-AF65-F5344CB8AC3E}">
        <p14:creationId xmlns:p14="http://schemas.microsoft.com/office/powerpoint/2010/main" val="884622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Details - TBD</a:t>
            </a:r>
            <a:endParaRPr lang="en-US" dirty="0"/>
          </a:p>
        </p:txBody>
      </p:sp>
      <p:sp>
        <p:nvSpPr>
          <p:cNvPr id="4" name="Slide Number Placeholder 3"/>
          <p:cNvSpPr>
            <a:spLocks noGrp="1"/>
          </p:cNvSpPr>
          <p:nvPr>
            <p:ph type="sldNum" sz="quarter" idx="10"/>
          </p:nvPr>
        </p:nvSpPr>
        <p:spPr/>
        <p:txBody>
          <a:bodyPr/>
          <a:lstStyle/>
          <a:p>
            <a:fld id="{CFBBA293-708C-4261-9FD1-AE04041D5F79}" type="slidenum">
              <a:rPr lang="ja-JP" altLang="en-US" smtClean="0"/>
              <a:pPr/>
              <a:t>10</a:t>
            </a:fld>
            <a:endParaRPr lang="ja-JP" altLang="en-US" dirty="0"/>
          </a:p>
        </p:txBody>
      </p:sp>
    </p:spTree>
    <p:extLst>
      <p:ext uri="{BB962C8B-B14F-4D97-AF65-F5344CB8AC3E}">
        <p14:creationId xmlns:p14="http://schemas.microsoft.com/office/powerpoint/2010/main" val="1515867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19163" y="431800"/>
            <a:ext cx="4968875" cy="372586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CFBBA293-708C-4261-9FD1-AE04041D5F79}" type="slidenum">
              <a:rPr lang="ja-JP" altLang="en-US" smtClean="0"/>
              <a:pPr/>
              <a:t>25</a:t>
            </a:fld>
            <a:endParaRPr lang="ja-JP" altLang="en-US" dirty="0"/>
          </a:p>
        </p:txBody>
      </p:sp>
    </p:spTree>
    <p:extLst>
      <p:ext uri="{BB962C8B-B14F-4D97-AF65-F5344CB8AC3E}">
        <p14:creationId xmlns:p14="http://schemas.microsoft.com/office/powerpoint/2010/main" val="22607430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microsoft.com/office/2007/relationships/hdphoto" Target="../media/hdphoto1.wdp"/><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3" name="Background_Titl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4" name="タイトル"/>
          <p:cNvSpPr>
            <a:spLocks noGrp="1"/>
          </p:cNvSpPr>
          <p:nvPr>
            <p:ph type="title" hasCustomPrompt="1"/>
          </p:nvPr>
        </p:nvSpPr>
        <p:spPr bwMode="gray">
          <a:xfrm>
            <a:off x="179513" y="3049388"/>
            <a:ext cx="8784000" cy="584775"/>
          </a:xfrm>
        </p:spPr>
        <p:txBody>
          <a:bodyPr anchor="b" anchorCtr="0">
            <a:spAutoFit/>
          </a:bodyPr>
          <a:lstStyle>
            <a:lvl1pPr>
              <a:defRPr sz="3200">
                <a:solidFill>
                  <a:schemeClr val="accent6"/>
                </a:solidFill>
                <a:effectLst/>
                <a:latin typeface="+mj-lt"/>
                <a:cs typeface="Verdana" panose="020B0604030504040204" pitchFamily="34" charset="0"/>
              </a:defRPr>
            </a:lvl1pPr>
          </a:lstStyle>
          <a:p>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a:xfrm>
            <a:off x="179387" y="1800000"/>
            <a:ext cx="6372000" cy="360000"/>
          </a:xfrm>
        </p:spPr>
        <p:txBody>
          <a:bodyPr>
            <a:noAutofit/>
          </a:bodyPr>
          <a:lstStyle>
            <a:lvl1pPr marL="0" indent="0">
              <a:buNone/>
              <a:defRPr sz="1800" baseline="0">
                <a:latin typeface="+mj-lt"/>
                <a:cs typeface="Verdana" panose="020B0604030504040204" pitchFamily="34" charset="0"/>
              </a:defRPr>
            </a:lvl1pPr>
          </a:lstStyle>
          <a:p>
            <a:r>
              <a:rPr lang="en-US" altLang="ja-JP" dirty="0" smtClean="0"/>
              <a:t>Enter the addressee as required.</a:t>
            </a:r>
            <a:endParaRPr lang="ja-JP" altLang="en-US" dirty="0"/>
          </a:p>
        </p:txBody>
      </p:sp>
      <p:sp>
        <p:nvSpPr>
          <p:cNvPr id="5" name="テキスト プレースホルダー"/>
          <p:cNvSpPr>
            <a:spLocks noGrp="1"/>
          </p:cNvSpPr>
          <p:nvPr>
            <p:ph type="body" sz="quarter" idx="10" hasCustomPrompt="1"/>
          </p:nvPr>
        </p:nvSpPr>
        <p:spPr bwMode="invGray">
          <a:xfrm>
            <a:off x="179513" y="4032000"/>
            <a:ext cx="6552727" cy="707886"/>
          </a:xfrm>
        </p:spPr>
        <p:txBody>
          <a:bodyPr wrap="square">
            <a:spAutoFit/>
          </a:bodyPr>
          <a:lstStyle>
            <a:lvl1pPr marL="0" indent="0">
              <a:buNone/>
              <a:defRPr sz="2000" baseline="0">
                <a:solidFill>
                  <a:schemeClr val="bg1"/>
                </a:solidFill>
                <a:latin typeface="+mn-lt"/>
                <a:cs typeface="Verdana" panose="020B0604030504040204" pitchFamily="34" charset="0"/>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br>
              <a:rPr kumimoji="1" lang="en-US" altLang="ja-JP" dirty="0" smtClean="0"/>
            </a:br>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298871571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blue)">
    <p:bg bwMode="ltGray">
      <p:bgPr>
        <a:solidFill>
          <a:schemeClr val="accent6"/>
        </a:solidFill>
        <a:effectLst/>
      </p:bgPr>
    </p:bg>
    <p:spTree>
      <p:nvGrpSpPr>
        <p:cNvPr id="1" name=""/>
        <p:cNvGrpSpPr/>
        <p:nvPr/>
      </p:nvGrpSpPr>
      <p:grpSpPr>
        <a:xfrm>
          <a:off x="0" y="0"/>
          <a:ext cx="0" cy="0"/>
          <a:chOff x="0" y="0"/>
          <a:chExt cx="0" cy="0"/>
        </a:xfrm>
      </p:grpSpPr>
      <p:pic>
        <p:nvPicPr>
          <p:cNvPr id="5" name="Background_TitleBlue"/>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13" name="タイトル"/>
          <p:cNvSpPr>
            <a:spLocks noGrp="1"/>
          </p:cNvSpPr>
          <p:nvPr>
            <p:ph type="title" hasCustomPrompt="1"/>
          </p:nvPr>
        </p:nvSpPr>
        <p:spPr bwMode="invGray">
          <a:xfrm>
            <a:off x="179513" y="2905844"/>
            <a:ext cx="8760432" cy="585866"/>
          </a:xfrm>
        </p:spPr>
        <p:txBody>
          <a:bodyPr vert="horz" lIns="91440" tIns="45720" rIns="91440" bIns="45720" rtlCol="0" anchor="b" anchorCtr="0">
            <a:spAutoFit/>
          </a:bodyPr>
          <a:lstStyle>
            <a:lvl1pPr>
              <a:defRPr lang="ja-JP" altLang="en-US" sz="3200" kern="0" dirty="0">
                <a:solidFill>
                  <a:schemeClr val="bg1"/>
                </a:solidFill>
                <a:effectLst/>
              </a:defRPr>
            </a:lvl1pPr>
          </a:lstStyle>
          <a:p>
            <a:pPr marL="0" lvl="0" defTabSz="914400" latinLnBrk="0"/>
            <a:r>
              <a:rPr kumimoji="1" lang="en-US" altLang="ja-JP" dirty="0" smtClean="0"/>
              <a:t>Enter the title.</a:t>
            </a:r>
            <a:endParaRPr kumimoji="1" lang="ja-JP" altLang="en-US" dirty="0"/>
          </a:p>
        </p:txBody>
      </p:sp>
      <p:sp>
        <p:nvSpPr>
          <p:cNvPr id="16" name="テキスト プレースホルダー"/>
          <p:cNvSpPr>
            <a:spLocks noGrp="1"/>
          </p:cNvSpPr>
          <p:nvPr>
            <p:ph type="body" sz="quarter" idx="10" hasCustomPrompt="1"/>
          </p:nvPr>
        </p:nvSpPr>
        <p:spPr bwMode="invGray">
          <a:xfrm>
            <a:off x="179513" y="3926256"/>
            <a:ext cx="6768975" cy="772006"/>
          </a:xfrm>
        </p:spPr>
        <p:txBody>
          <a:bodyPr wrap="square" tIns="45720">
            <a:spAutoFit/>
          </a:bodyPr>
          <a:lstStyle>
            <a:lvl1pPr marL="0" indent="0" algn="l">
              <a:buNone/>
              <a:defRPr sz="2000">
                <a:solidFill>
                  <a:schemeClr val="bg1"/>
                </a:solidFill>
              </a:defRPr>
            </a:lvl1pPr>
            <a:lvl2pPr marL="72000" indent="0">
              <a:buNone/>
              <a:defRPr>
                <a:solidFill>
                  <a:schemeClr val="bg1"/>
                </a:solidFill>
              </a:defRPr>
            </a:lvl2pPr>
            <a:lvl3pPr marL="222962" indent="0">
              <a:buNone/>
              <a:defRPr>
                <a:solidFill>
                  <a:schemeClr val="bg1"/>
                </a:solidFill>
              </a:defRPr>
            </a:lvl3pPr>
            <a:lvl4pPr marL="327787" indent="0">
              <a:buNone/>
              <a:defRPr>
                <a:solidFill>
                  <a:schemeClr val="bg1"/>
                </a:solidFill>
              </a:defRPr>
            </a:lvl4pPr>
            <a:lvl5pPr marL="311400" indent="0">
              <a:buNone/>
              <a:defRPr>
                <a:solidFill>
                  <a:schemeClr val="bg1"/>
                </a:solidFill>
              </a:defRPr>
            </a:lvl5pPr>
          </a:lstStyle>
          <a:p>
            <a:pPr lvl="0"/>
            <a:r>
              <a:rPr kumimoji="1" lang="en-US" altLang="ja-JP" dirty="0" smtClean="0"/>
              <a:t>Date, name and affiliation of author, etc.</a:t>
            </a:r>
          </a:p>
          <a:p>
            <a:pPr lvl="0"/>
            <a:r>
              <a:rPr kumimoji="1" lang="en-US" altLang="ja-JP" dirty="0" smtClean="0"/>
              <a:t> (Start a new line as appropriate.)</a:t>
            </a:r>
            <a:endParaRPr kumimoji="1" lang="ja-JP" altLang="en-US" dirty="0"/>
          </a:p>
        </p:txBody>
      </p:sp>
    </p:spTree>
    <p:extLst>
      <p:ext uri="{BB962C8B-B14F-4D97-AF65-F5344CB8AC3E}">
        <p14:creationId xmlns:p14="http://schemas.microsoft.com/office/powerpoint/2010/main" val="327765625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rand Statement (move)">
    <p:spTree>
      <p:nvGrpSpPr>
        <p:cNvPr id="1" name=""/>
        <p:cNvGrpSpPr/>
        <p:nvPr/>
      </p:nvGrpSpPr>
      <p:grpSpPr>
        <a:xfrm>
          <a:off x="0" y="0"/>
          <a:ext cx="0" cy="0"/>
          <a:chOff x="0" y="0"/>
          <a:chExt cx="0" cy="0"/>
        </a:xfrm>
      </p:grpSpPr>
      <p:pic>
        <p:nvPicPr>
          <p:cNvPr id="11" name="orchest_blue_bas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gray">
          <a:xfrm>
            <a:off x="0" y="0"/>
            <a:ext cx="9144000" cy="6858000"/>
          </a:xfrm>
          <a:prstGeom prst="rect">
            <a:avLst/>
          </a:prstGeom>
        </p:spPr>
      </p:pic>
      <p:pic>
        <p:nvPicPr>
          <p:cNvPr id="12" name="逆光"/>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bwMode="gray">
          <a:xfrm>
            <a:off x="0" y="0"/>
            <a:ext cx="9144000" cy="6857999"/>
          </a:xfrm>
          <a:prstGeom prst="rect">
            <a:avLst/>
          </a:prstGeom>
        </p:spPr>
      </p:pic>
      <p:pic>
        <p:nvPicPr>
          <p:cNvPr id="13" name="縦ライン"/>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4" name="右上へ"/>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5" name="左下へ"/>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16" name="最後右へ"/>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grpSp>
        <p:nvGrpSpPr>
          <p:cNvPr id="18" name="グループ化 17"/>
          <p:cNvGrpSpPr/>
          <p:nvPr/>
        </p:nvGrpSpPr>
        <p:grpSpPr bwMode="gray">
          <a:xfrm>
            <a:off x="0" y="0"/>
            <a:ext cx="9144000" cy="6858000"/>
            <a:chOff x="0" y="0"/>
            <a:chExt cx="9144000" cy="6858000"/>
          </a:xfrm>
        </p:grpSpPr>
        <p:pic>
          <p:nvPicPr>
            <p:cNvPr id="19" name="white"/>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20" name="brighter_logo_poji"/>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96790" y="2146503"/>
              <a:ext cx="8466645" cy="993566"/>
            </a:xfrm>
            <a:prstGeom prst="rect">
              <a:avLst/>
            </a:prstGeom>
          </p:spPr>
        </p:pic>
        <p:pic>
          <p:nvPicPr>
            <p:cNvPr id="21" name="kaisetubun_3"/>
            <p:cNvPicPr>
              <a:picLocks noChangeAspect="1" noChangeArrowheads="1"/>
            </p:cNvPicPr>
            <p:nvPr userDrawn="1"/>
          </p:nvPicPr>
          <p:blipFill>
            <a:blip r:embed="rId10">
              <a:biLevel thresh="75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gray">
            <a:xfrm>
              <a:off x="1949688" y="3525123"/>
              <a:ext cx="61880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7" name="orchest_blue_base"/>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0" y="0"/>
            <a:ext cx="9144000" cy="6858000"/>
          </a:xfrm>
          <a:prstGeom prst="rect">
            <a:avLst/>
          </a:prstGeom>
        </p:spPr>
      </p:pic>
      <p:pic>
        <p:nvPicPr>
          <p:cNvPr id="22" name="逆光"/>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bwMode="gray">
          <a:xfrm>
            <a:off x="0" y="0"/>
            <a:ext cx="9144000" cy="6857999"/>
          </a:xfrm>
          <a:prstGeom prst="rect">
            <a:avLst/>
          </a:prstGeom>
        </p:spPr>
      </p:pic>
      <p:pic>
        <p:nvPicPr>
          <p:cNvPr id="23" name="縦ライン"/>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4" name="右上へ"/>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5" name="左下へ"/>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pic>
        <p:nvPicPr>
          <p:cNvPr id="26" name="最後右へ"/>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0" y="0"/>
            <a:ext cx="9144000" cy="6857999"/>
          </a:xfrm>
          <a:prstGeom prst="rect">
            <a:avLst/>
          </a:prstGeom>
        </p:spPr>
      </p:pic>
      <p:grpSp>
        <p:nvGrpSpPr>
          <p:cNvPr id="27" name="グループ化 26"/>
          <p:cNvGrpSpPr/>
          <p:nvPr userDrawn="1"/>
        </p:nvGrpSpPr>
        <p:grpSpPr bwMode="gray">
          <a:xfrm>
            <a:off x="0" y="0"/>
            <a:ext cx="9144000" cy="6858000"/>
            <a:chOff x="0" y="0"/>
            <a:chExt cx="9144000" cy="6858000"/>
          </a:xfrm>
        </p:grpSpPr>
        <p:pic>
          <p:nvPicPr>
            <p:cNvPr id="28" name="white"/>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29" name="brighter_logo_poji"/>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96790" y="2146503"/>
              <a:ext cx="8466645" cy="993566"/>
            </a:xfrm>
            <a:prstGeom prst="rect">
              <a:avLst/>
            </a:prstGeom>
          </p:spPr>
        </p:pic>
        <p:pic>
          <p:nvPicPr>
            <p:cNvPr id="30" name="kaisetubun_3"/>
            <p:cNvPicPr>
              <a:picLocks noChangeAspect="1" noChangeArrowheads="1"/>
            </p:cNvPicPr>
            <p:nvPr userDrawn="1"/>
          </p:nvPicPr>
          <p:blipFill>
            <a:blip r:embed="rId10">
              <a:biLevel thresh="7500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gray">
            <a:xfrm>
              <a:off x="1949688" y="3525123"/>
              <a:ext cx="61880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1627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80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1000"/>
                                        <p:tgtEl>
                                          <p:spTgt spid="23"/>
                                        </p:tgtEl>
                                      </p:cBhvr>
                                    </p:animEffect>
                                  </p:childTnLst>
                                </p:cTn>
                              </p:par>
                              <p:par>
                                <p:cTn id="8" presetID="22" presetClass="entr" presetSubtype="4" fill="hold" nodeType="withEffect">
                                  <p:stCondLst>
                                    <p:cond delay="190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1000"/>
                                        <p:tgtEl>
                                          <p:spTgt spid="24"/>
                                        </p:tgtEl>
                                      </p:cBhvr>
                                    </p:animEffect>
                                  </p:childTnLst>
                                </p:cTn>
                              </p:par>
                              <p:par>
                                <p:cTn id="11" presetID="22" presetClass="entr" presetSubtype="2" fill="hold" nodeType="withEffect">
                                  <p:stCondLst>
                                    <p:cond delay="2600"/>
                                  </p:stCondLst>
                                  <p:childTnLst>
                                    <p:set>
                                      <p:cBhvr>
                                        <p:cTn id="12" dur="1" fill="hold">
                                          <p:stCondLst>
                                            <p:cond delay="0"/>
                                          </p:stCondLst>
                                        </p:cTn>
                                        <p:tgtEl>
                                          <p:spTgt spid="25"/>
                                        </p:tgtEl>
                                        <p:attrNameLst>
                                          <p:attrName>style.visibility</p:attrName>
                                        </p:attrNameLst>
                                      </p:cBhvr>
                                      <p:to>
                                        <p:strVal val="visible"/>
                                      </p:to>
                                    </p:set>
                                    <p:animEffect transition="in" filter="wipe(right)">
                                      <p:cBhvr>
                                        <p:cTn id="13" dur="1000"/>
                                        <p:tgtEl>
                                          <p:spTgt spid="25"/>
                                        </p:tgtEl>
                                      </p:cBhvr>
                                    </p:animEffect>
                                  </p:childTnLst>
                                </p:cTn>
                              </p:par>
                              <p:par>
                                <p:cTn id="14" presetID="22" presetClass="entr" presetSubtype="8" fill="hold" nodeType="withEffect">
                                  <p:stCondLst>
                                    <p:cond delay="3500"/>
                                  </p:stCondLst>
                                  <p:childTnLst>
                                    <p:set>
                                      <p:cBhvr>
                                        <p:cTn id="15" dur="1" fill="hold">
                                          <p:stCondLst>
                                            <p:cond delay="0"/>
                                          </p:stCondLst>
                                        </p:cTn>
                                        <p:tgtEl>
                                          <p:spTgt spid="26"/>
                                        </p:tgtEl>
                                        <p:attrNameLst>
                                          <p:attrName>style.visibility</p:attrName>
                                        </p:attrNameLst>
                                      </p:cBhvr>
                                      <p:to>
                                        <p:strVal val="visible"/>
                                      </p:to>
                                    </p:set>
                                    <p:animEffect transition="in" filter="wipe(left)">
                                      <p:cBhvr>
                                        <p:cTn id="16" dur="1000"/>
                                        <p:tgtEl>
                                          <p:spTgt spid="26"/>
                                        </p:tgtEl>
                                      </p:cBhvr>
                                    </p:animEffect>
                                  </p:childTnLst>
                                </p:cTn>
                              </p:par>
                            </p:childTnLst>
                          </p:cTn>
                        </p:par>
                        <p:par>
                          <p:cTn id="17" fill="hold">
                            <p:stCondLst>
                              <p:cond delay="4500"/>
                            </p:stCondLst>
                            <p:childTnLst>
                              <p:par>
                                <p:cTn id="18" presetID="10" presetClass="entr" presetSubtype="0"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00"/>
                                        <p:tgtEl>
                                          <p:spTgt spid="22"/>
                                        </p:tgtEl>
                                      </p:cBhvr>
                                    </p:animEffect>
                                  </p:childTnLst>
                                </p:cTn>
                              </p:par>
                              <p:par>
                                <p:cTn id="21" presetID="10" presetClass="exit" presetSubtype="0" fill="hold" nodeType="withEffect">
                                  <p:stCondLst>
                                    <p:cond delay="1000"/>
                                  </p:stCondLst>
                                  <p:childTnLst>
                                    <p:animEffect transition="out" filter="fade">
                                      <p:cBhvr>
                                        <p:cTn id="22" dur="800"/>
                                        <p:tgtEl>
                                          <p:spTgt spid="22"/>
                                        </p:tgtEl>
                                      </p:cBhvr>
                                    </p:animEffect>
                                    <p:set>
                                      <p:cBhvr>
                                        <p:cTn id="23" dur="1" fill="hold">
                                          <p:stCondLst>
                                            <p:cond delay="799"/>
                                          </p:stCondLst>
                                        </p:cTn>
                                        <p:tgtEl>
                                          <p:spTgt spid="22"/>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23"/>
                                        </p:tgtEl>
                                      </p:cBhvr>
                                    </p:animEffect>
                                    <p:set>
                                      <p:cBhvr>
                                        <p:cTn id="26" dur="1" fill="hold">
                                          <p:stCondLst>
                                            <p:cond delay="499"/>
                                          </p:stCondLst>
                                        </p:cTn>
                                        <p:tgtEl>
                                          <p:spTgt spid="23"/>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500"/>
                                        <p:tgtEl>
                                          <p:spTgt spid="26"/>
                                        </p:tgtEl>
                                      </p:cBhvr>
                                    </p:animEffect>
                                    <p:set>
                                      <p:cBhvr>
                                        <p:cTn id="29" dur="1" fill="hold">
                                          <p:stCondLst>
                                            <p:cond delay="499"/>
                                          </p:stCondLst>
                                        </p:cTn>
                                        <p:tgtEl>
                                          <p:spTgt spid="26"/>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25"/>
                                        </p:tgtEl>
                                      </p:cBhvr>
                                    </p:animEffect>
                                    <p:set>
                                      <p:cBhvr>
                                        <p:cTn id="32" dur="1" fill="hold">
                                          <p:stCondLst>
                                            <p:cond delay="499"/>
                                          </p:stCondLst>
                                        </p:cTn>
                                        <p:tgtEl>
                                          <p:spTgt spid="25"/>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24"/>
                                        </p:tgtEl>
                                      </p:cBhvr>
                                    </p:animEffect>
                                    <p:set>
                                      <p:cBhvr>
                                        <p:cTn id="35" dur="1" fill="hold">
                                          <p:stCondLst>
                                            <p:cond delay="499"/>
                                          </p:stCondLst>
                                        </p:cTn>
                                        <p:tgtEl>
                                          <p:spTgt spid="24"/>
                                        </p:tgtEl>
                                        <p:attrNameLst>
                                          <p:attrName>style.visibility</p:attrName>
                                        </p:attrNameLst>
                                      </p:cBhvr>
                                      <p:to>
                                        <p:strVal val="hidden"/>
                                      </p:to>
                                    </p:set>
                                  </p:childTnLst>
                                </p:cTn>
                              </p:par>
                              <p:par>
                                <p:cTn id="36" presetID="10" presetClass="entr" presetSubtype="0" fill="hold" nodeType="withEffect">
                                  <p:stCondLst>
                                    <p:cond delay="50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1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rand Statement (still)">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112600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able of Contents">
    <p:spTree>
      <p:nvGrpSpPr>
        <p:cNvPr id="1" name=""/>
        <p:cNvGrpSpPr/>
        <p:nvPr/>
      </p:nvGrpSpPr>
      <p:grpSpPr>
        <a:xfrm>
          <a:off x="0" y="0"/>
          <a:ext cx="0" cy="0"/>
          <a:chOff x="0" y="0"/>
          <a:chExt cx="0" cy="0"/>
        </a:xfrm>
      </p:grpSpPr>
      <p:pic>
        <p:nvPicPr>
          <p:cNvPr id="3" name="Background_Contents"/>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2" name="タイトル"/>
          <p:cNvSpPr>
            <a:spLocks noGrp="1"/>
          </p:cNvSpPr>
          <p:nvPr>
            <p:ph type="title" hasCustomPrompt="1"/>
          </p:nvPr>
        </p:nvSpPr>
        <p:spPr bwMode="gray">
          <a:xfrm>
            <a:off x="1619672" y="430930"/>
            <a:ext cx="7344000" cy="405683"/>
          </a:xfrm>
        </p:spPr>
        <p:txBody>
          <a:bodyPr wrap="square" anchor="b">
            <a:spAutoFit/>
          </a:bodyPr>
          <a:lstStyle>
            <a:lvl1pPr>
              <a:defRPr b="0" baseline="0">
                <a:solidFill>
                  <a:schemeClr val="tx2">
                    <a:lumMod val="65000"/>
                    <a:lumOff val="35000"/>
                  </a:schemeClr>
                </a:solidFill>
              </a:defRPr>
            </a:lvl1pPr>
          </a:lstStyle>
          <a:p>
            <a:r>
              <a:rPr kumimoji="1" lang="en-US" altLang="ja-JP" dirty="0" smtClean="0"/>
              <a:t>Enter the title of the table of contents.</a:t>
            </a:r>
            <a:endParaRPr kumimoji="1" lang="ja-JP" altLang="en-US" dirty="0"/>
          </a:p>
        </p:txBody>
      </p:sp>
      <p:sp>
        <p:nvSpPr>
          <p:cNvPr id="5" name="テキスト プレースホルダー"/>
          <p:cNvSpPr>
            <a:spLocks noGrp="1"/>
          </p:cNvSpPr>
          <p:nvPr>
            <p:ph type="body" sz="quarter" idx="10" hasCustomPrompt="1"/>
          </p:nvPr>
        </p:nvSpPr>
        <p:spPr bwMode="gray">
          <a:xfrm>
            <a:off x="1619672" y="1116000"/>
            <a:ext cx="7344000" cy="5112000"/>
          </a:xfrm>
        </p:spPr>
        <p:txBody>
          <a:bodyPr wrap="square">
            <a:noAutofit/>
          </a:bodyPr>
          <a:lstStyle>
            <a:lvl1pPr marL="0" indent="0">
              <a:lnSpc>
                <a:spcPct val="140000"/>
              </a:lnSpc>
              <a:spcBef>
                <a:spcPts val="500"/>
              </a:spcBef>
              <a:buNone/>
              <a:defRPr sz="2200" b="0">
                <a:solidFill>
                  <a:schemeClr val="tx1"/>
                </a:solidFill>
              </a:defRPr>
            </a:lvl1pPr>
            <a:lvl2pPr marL="180000" indent="0">
              <a:lnSpc>
                <a:spcPct val="100000"/>
              </a:lnSpc>
              <a:spcBef>
                <a:spcPts val="500"/>
              </a:spcBef>
              <a:buNone/>
              <a:defRPr sz="1800" b="0">
                <a:solidFill>
                  <a:schemeClr val="tx1"/>
                </a:solidFill>
              </a:defRPr>
            </a:lvl2pPr>
            <a:lvl3pPr marL="360000" indent="0">
              <a:lnSpc>
                <a:spcPct val="100000"/>
              </a:lnSpc>
              <a:spcBef>
                <a:spcPts val="500"/>
              </a:spcBef>
              <a:buNone/>
              <a:defRPr b="0" baseline="0">
                <a:solidFill>
                  <a:schemeClr val="tx1"/>
                </a:solidFill>
              </a:defRPr>
            </a:lvl3pPr>
            <a:lvl4pPr marL="540000" indent="0">
              <a:lnSpc>
                <a:spcPct val="100000"/>
              </a:lnSpc>
              <a:spcBef>
                <a:spcPts val="500"/>
              </a:spcBef>
              <a:buNone/>
              <a:defRPr b="0">
                <a:solidFill>
                  <a:schemeClr val="tx1"/>
                </a:solidFill>
              </a:defRPr>
            </a:lvl4pPr>
            <a:lvl5pPr marL="685800" indent="0">
              <a:buNone/>
              <a:defRPr b="0"/>
            </a:lvl5pPr>
          </a:lstStyle>
          <a:p>
            <a:pPr lvl="0"/>
            <a:r>
              <a:rPr kumimoji="1" lang="en-US" altLang="ja-JP" dirty="0" smtClean="0"/>
              <a:t>Enter the items in the table of contents.</a:t>
            </a:r>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7878563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Section Header">
    <p:spTree>
      <p:nvGrpSpPr>
        <p:cNvPr id="1" name=""/>
        <p:cNvGrpSpPr/>
        <p:nvPr/>
      </p:nvGrpSpPr>
      <p:grpSpPr>
        <a:xfrm>
          <a:off x="0" y="0"/>
          <a:ext cx="0" cy="0"/>
          <a:chOff x="0" y="0"/>
          <a:chExt cx="0" cy="0"/>
        </a:xfrm>
      </p:grpSpPr>
      <p:pic>
        <p:nvPicPr>
          <p:cNvPr id="3" name="Background_SectionHeade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ltGray">
          <a:xfrm>
            <a:off x="0" y="0"/>
            <a:ext cx="9144000" cy="6858000"/>
          </a:xfrm>
          <a:prstGeom prst="rect">
            <a:avLst/>
          </a:prstGeom>
        </p:spPr>
      </p:pic>
      <p:sp>
        <p:nvSpPr>
          <p:cNvPr id="2" name="タイトル"/>
          <p:cNvSpPr>
            <a:spLocks noGrp="1"/>
          </p:cNvSpPr>
          <p:nvPr>
            <p:ph type="title" hasCustomPrompt="1"/>
          </p:nvPr>
        </p:nvSpPr>
        <p:spPr bwMode="invGray">
          <a:xfrm>
            <a:off x="179388" y="3045072"/>
            <a:ext cx="8784000" cy="467239"/>
          </a:xfrm>
        </p:spPr>
        <p:txBody>
          <a:bodyPr wrap="square" anchor="b">
            <a:spAutoFit/>
          </a:bodyPr>
          <a:lstStyle>
            <a:lvl1pPr>
              <a:defRPr sz="2800" b="0">
                <a:solidFill>
                  <a:schemeClr val="bg1"/>
                </a:solidFill>
              </a:defRPr>
            </a:lvl1pPr>
          </a:lstStyle>
          <a:p>
            <a:r>
              <a:rPr kumimoji="1" lang="en-US" altLang="ja-JP" dirty="0" smtClean="0"/>
              <a:t>Enter the title.</a:t>
            </a:r>
            <a:endParaRPr kumimoji="1" lang="ja-JP" altLang="en-US" dirty="0"/>
          </a:p>
        </p:txBody>
      </p:sp>
      <p:sp>
        <p:nvSpPr>
          <p:cNvPr id="5" name="テキスト プレースホルダー"/>
          <p:cNvSpPr>
            <a:spLocks noGrp="1"/>
          </p:cNvSpPr>
          <p:nvPr>
            <p:ph type="body" sz="quarter" idx="10" hasCustomPrompt="1"/>
          </p:nvPr>
        </p:nvSpPr>
        <p:spPr bwMode="gray">
          <a:xfrm>
            <a:off x="179388" y="3852000"/>
            <a:ext cx="7200900" cy="1269578"/>
          </a:xfrm>
        </p:spPr>
        <p:txBody>
          <a:bodyPr>
            <a:spAutoFit/>
          </a:bodyPr>
          <a:lstStyle>
            <a:lvl1pPr marL="0" indent="0">
              <a:buNone/>
              <a:defRPr b="0">
                <a:latin typeface="+mn-lt"/>
              </a:defRPr>
            </a:lvl1pPr>
            <a:lvl2pPr marL="72000" indent="0">
              <a:buNone/>
              <a:defRPr sz="1800" b="0">
                <a:latin typeface="+mn-lt"/>
              </a:defRPr>
            </a:lvl2pPr>
            <a:lvl3pPr marL="222962" indent="0">
              <a:buNone/>
              <a:defRPr b="0">
                <a:latin typeface="+mn-lt"/>
              </a:defRPr>
            </a:lvl3pPr>
            <a:lvl4pPr marL="327787" indent="0">
              <a:buNone/>
              <a:defRPr b="0">
                <a:latin typeface="+mn-lt"/>
              </a:defRPr>
            </a:lvl4pPr>
            <a:lvl5pPr marL="311400" indent="0">
              <a:buNone/>
              <a:defRPr b="0"/>
            </a:lvl5pPr>
          </a:lstStyle>
          <a:p>
            <a:pPr lvl="0"/>
            <a:r>
              <a:rPr kumimoji="1" lang="en-US" altLang="ja-JP" dirty="0" smtClean="0"/>
              <a:t>Enter the subtitle.</a:t>
            </a:r>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417625690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white)">
    <p:spTree>
      <p:nvGrpSpPr>
        <p:cNvPr id="1" name=""/>
        <p:cNvGrpSpPr/>
        <p:nvPr/>
      </p:nvGrpSpPr>
      <p:grpSpPr>
        <a:xfrm>
          <a:off x="0" y="0"/>
          <a:ext cx="0" cy="0"/>
          <a:chOff x="0" y="0"/>
          <a:chExt cx="0" cy="0"/>
        </a:xfrm>
      </p:grpSpPr>
      <p:pic>
        <p:nvPicPr>
          <p:cNvPr id="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tIns="45720" bIns="45720">
            <a:normAutofit/>
          </a:bodyPr>
          <a:lstStyle>
            <a:lvl1pPr>
              <a:defRPr sz="2400" b="0">
                <a:solidFill>
                  <a:schemeClr val="bg1"/>
                </a:solidFill>
              </a:defRPr>
            </a:lvl1pPr>
          </a:lstStyle>
          <a:p>
            <a:r>
              <a:rPr kumimoji="1" lang="en-US" altLang="ja-JP" dirty="0" smtClean="0"/>
              <a:t>Enter the title.</a:t>
            </a:r>
            <a:endParaRPr kumimoji="1" lang="ja-JP" altLang="en-US" dirty="0"/>
          </a:p>
        </p:txBody>
      </p:sp>
    </p:spTree>
    <p:extLst>
      <p:ext uri="{BB962C8B-B14F-4D97-AF65-F5344CB8AC3E}">
        <p14:creationId xmlns:p14="http://schemas.microsoft.com/office/powerpoint/2010/main" val="339900988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Content(white)">
    <p:spTree>
      <p:nvGrpSpPr>
        <p:cNvPr id="1" name=""/>
        <p:cNvGrpSpPr/>
        <p:nvPr/>
      </p:nvGrpSpPr>
      <p:grpSpPr>
        <a:xfrm>
          <a:off x="0" y="0"/>
          <a:ext cx="0" cy="0"/>
          <a:chOff x="0" y="0"/>
          <a:chExt cx="0" cy="0"/>
        </a:xfrm>
      </p:grpSpPr>
      <p:pic>
        <p:nvPicPr>
          <p:cNvPr id="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latin typeface="+mj-lt"/>
                <a:cs typeface="Verdana" panose="020B0604030504040204" pitchFamily="34" charset="0"/>
              </a:defRPr>
            </a:lvl1pPr>
          </a:lstStyle>
          <a:p>
            <a:pPr lvl="0"/>
            <a:r>
              <a:rPr kumimoji="1" lang="en-US" altLang="ja-JP" dirty="0" smtClean="0"/>
              <a:t>Enter the title.</a:t>
            </a:r>
            <a:endParaRPr kumimoji="1" lang="ja-JP" altLang="en-US" dirty="0"/>
          </a:p>
        </p:txBody>
      </p:sp>
      <p:sp>
        <p:nvSpPr>
          <p:cNvPr id="12" name="コンテンツ プレースホルダー"/>
          <p:cNvSpPr>
            <a:spLocks noGrp="1"/>
          </p:cNvSpPr>
          <p:nvPr>
            <p:ph sz="quarter" idx="10" hasCustomPrompt="1"/>
          </p:nvPr>
        </p:nvSpPr>
        <p:spPr bwMode="gray">
          <a:xfrm>
            <a:off x="179512" y="836712"/>
            <a:ext cx="8784976" cy="5616476"/>
          </a:xfrm>
        </p:spPr>
        <p:txBody>
          <a:bodyPr vert="horz" lIns="91440" tIns="45720" rIns="91440" bIns="45720" rtlCol="0">
            <a:normAutofit/>
          </a:bodyPr>
          <a:lstStyle>
            <a:lvl1pPr>
              <a:defRPr lang="ja-JP" altLang="en-US" baseline="0" noProof="0" dirty="0" smtClean="0">
                <a:latin typeface="Verdana" panose="020B0604030504040204" pitchFamily="34" charset="0"/>
                <a:cs typeface="Verdana" panose="020B0604030504040204" pitchFamily="34" charset="0"/>
              </a:defRPr>
            </a:lvl1pPr>
            <a:lvl2pPr>
              <a:defRPr lang="ja-JP" altLang="en-US" noProof="0" dirty="0" smtClean="0">
                <a:latin typeface="Verdana" panose="020B0604030504040204" pitchFamily="34" charset="0"/>
                <a:cs typeface="Verdana" panose="020B0604030504040204" pitchFamily="34" charset="0"/>
              </a:defRPr>
            </a:lvl2pPr>
            <a:lvl3pPr marL="466725" indent="-107950">
              <a:defRPr lang="ja-JP" altLang="en-US" noProof="0" dirty="0" smtClean="0">
                <a:latin typeface="Verdana" panose="020B0604030504040204" pitchFamily="34" charset="0"/>
                <a:cs typeface="Verdana" panose="020B0604030504040204" pitchFamily="34" charset="0"/>
              </a:defRPr>
            </a:lvl3pPr>
            <a:lvl4pPr>
              <a:defRPr lang="ja-JP" altLang="en-US" noProof="0" dirty="0" smtClean="0">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08339288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Lead 1 line &amp; Content(white)">
    <p:spTree>
      <p:nvGrpSpPr>
        <p:cNvPr id="1" name=""/>
        <p:cNvGrpSpPr/>
        <p:nvPr/>
      </p:nvGrpSpPr>
      <p:grpSpPr>
        <a:xfrm>
          <a:off x="0" y="0"/>
          <a:ext cx="0" cy="0"/>
          <a:chOff x="0" y="0"/>
          <a:chExt cx="0" cy="0"/>
        </a:xfrm>
      </p:grpSpPr>
      <p:pic>
        <p:nvPicPr>
          <p:cNvPr id="1026"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baseline="0">
                <a:solidFill>
                  <a:schemeClr val="bg1"/>
                </a:solidFill>
                <a:latin typeface="+mj-lt"/>
                <a:cs typeface="Verdana" panose="020B0604030504040204" pitchFamily="34" charset="0"/>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2" name="コンテンツ プレースホルダー"/>
          <p:cNvSpPr>
            <a:spLocks noGrp="1"/>
          </p:cNvSpPr>
          <p:nvPr>
            <p:ph sz="quarter" idx="10" hasCustomPrompt="1"/>
          </p:nvPr>
        </p:nvSpPr>
        <p:spPr bwMode="gray">
          <a:xfrm>
            <a:off x="179388" y="1413188"/>
            <a:ext cx="8785225" cy="5040000"/>
          </a:xfrm>
        </p:spPr>
        <p:txBody>
          <a:bodyPr vert="horz" lIns="91440" tIns="45720" rIns="91440" bIns="45720" rtlCol="0">
            <a:normAutofit/>
          </a:bodyPr>
          <a:lstStyle>
            <a:lvl1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Verdana" panose="020B0604030504040204" pitchFamily="34" charset="0"/>
                <a:cs typeface="Verdana" panose="020B0604030504040204" pitchFamily="34" charset="0"/>
              </a:defRPr>
            </a:lvl4pPr>
          </a:lstStyle>
          <a:p>
            <a:pPr lvl="0"/>
            <a:r>
              <a:rPr kumimoji="1" lang="en-US" altLang="ja-JP" sz="2000" b="0" i="0" u="none" strike="noStrike" kern="0" cap="none" spc="0" normalizeH="0" baseline="0" noProof="0" dirty="0" smtClean="0">
                <a:ln>
                  <a:noFill/>
                </a:ln>
                <a:solidFill>
                  <a:srgbClr val="000000"/>
                </a:solidFill>
                <a:effectLst/>
                <a:uLnTx/>
                <a:uFillTx/>
                <a:latin typeface="+mn-lt"/>
                <a:ea typeface="+mn-ea"/>
                <a:cs typeface="+mn-cs"/>
              </a:rPr>
              <a:t>Enter the text.</a:t>
            </a:r>
            <a:endParaRPr kumimoji="1" lang="ja-JP" altLang="en-US" sz="2000" b="0" i="0" u="none" strike="noStrike" kern="0" cap="none" spc="0" normalizeH="0" baseline="0" noProof="0" dirty="0" smtClean="0">
              <a:ln>
                <a:noFill/>
              </a:ln>
              <a:solidFill>
                <a:srgbClr val="000000"/>
              </a:solidFill>
              <a:effectLst/>
              <a:uLnTx/>
              <a:uFillTx/>
              <a:latin typeface="+mn-lt"/>
              <a:ea typeface="+mn-ea"/>
              <a:cs typeface="+mn-cs"/>
            </a:endParaRPr>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1434664242"/>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ead 2 lines &amp; Content(white)">
    <p:spTree>
      <p:nvGrpSpPr>
        <p:cNvPr id="1" name=""/>
        <p:cNvGrpSpPr/>
        <p:nvPr/>
      </p:nvGrpSpPr>
      <p:grpSpPr>
        <a:xfrm>
          <a:off x="0" y="0"/>
          <a:ext cx="0" cy="0"/>
          <a:chOff x="0" y="0"/>
          <a:chExt cx="0" cy="0"/>
        </a:xfrm>
      </p:grpSpPr>
      <p:pic>
        <p:nvPicPr>
          <p:cNvPr id="7"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9"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two-line headline</a:t>
            </a:r>
            <a:endParaRPr kumimoji="1" lang="ja-JP" altLang="en-US" dirty="0"/>
          </a:p>
        </p:txBody>
      </p:sp>
      <p:sp>
        <p:nvSpPr>
          <p:cNvPr id="10" name="コンテンツ プレースホルダー"/>
          <p:cNvSpPr>
            <a:spLocks noGrp="1"/>
          </p:cNvSpPr>
          <p:nvPr>
            <p:ph sz="quarter" idx="10" hasCustomPrompt="1"/>
          </p:nvPr>
        </p:nvSpPr>
        <p:spPr bwMode="gray">
          <a:xfrm>
            <a:off x="178412" y="1737188"/>
            <a:ext cx="8784976" cy="4714412"/>
          </a:xfrm>
        </p:spPr>
        <p:txBody>
          <a:bodyPr vert="horz" lIns="90000" tIns="45720" rIns="90000" bIns="45720" rtlCol="0">
            <a:noAutofit/>
          </a:bodyPr>
          <a:lstStyle>
            <a:lvl1pPr>
              <a:defRPr lang="ja-JP" altLang="en-US" i="0" u="none" strike="noStrike" kern="0" cap="none" spc="0" normalizeH="0" baseline="0" dirty="0" smtClean="0">
                <a:ln>
                  <a:noFill/>
                </a:ln>
                <a:solidFill>
                  <a:srgbClr val="000000"/>
                </a:solidFill>
                <a:effectLst/>
                <a:uLnTx/>
                <a:uFillTx/>
                <a:latin typeface="+mn-lt"/>
              </a:defRPr>
            </a:lvl1pPr>
            <a:lvl2pPr>
              <a:defRPr lang="ja-JP" altLang="en-US" i="0" u="none" strike="noStrike" kern="0" cap="none" spc="0" normalizeH="0" baseline="0" dirty="0" smtClean="0">
                <a:ln>
                  <a:noFill/>
                </a:ln>
                <a:solidFill>
                  <a:srgbClr val="000000"/>
                </a:solidFill>
                <a:effectLst/>
                <a:uLnTx/>
                <a:uFillTx/>
                <a:latin typeface="+mn-lt"/>
              </a:defRPr>
            </a:lvl2pPr>
            <a:lvl3pPr>
              <a:defRPr lang="ja-JP" altLang="en-US" i="0" u="none" strike="noStrike" kern="0" cap="none" spc="0" normalizeH="0" baseline="0" dirty="0" smtClean="0">
                <a:ln>
                  <a:noFill/>
                </a:ln>
                <a:solidFill>
                  <a:srgbClr val="000000"/>
                </a:solidFill>
                <a:effectLst/>
                <a:uLnTx/>
                <a:uFillTx/>
                <a:latin typeface="+mn-lt"/>
              </a:defRPr>
            </a:lvl3pPr>
            <a:lvl4pPr>
              <a:defRPr lang="ja-JP" altLang="en-US" i="0" u="none" strike="noStrike" kern="0" cap="none" spc="0" normalizeH="0" baseline="0" dirty="0" smtClean="0">
                <a:ln>
                  <a:noFill/>
                </a:ln>
                <a:solidFill>
                  <a:srgbClr val="000000"/>
                </a:solidFill>
                <a:effectLst/>
                <a:uLnTx/>
                <a:uFillTx/>
                <a:latin typeface="+mn-lt"/>
              </a:defRPr>
            </a:lvl4pPr>
          </a:lstStyle>
          <a:p>
            <a:pPr marR="0" lvl="0" defTabSz="914400" eaLnBrk="0" latinLnBrk="0">
              <a:lnSpc>
                <a:spcPct val="100000"/>
              </a:lnSpc>
              <a:buClr>
                <a:srgbClr val="002B62"/>
              </a:buClr>
              <a:buSzTx/>
              <a:tabLst/>
            </a:pPr>
            <a:r>
              <a:rPr kumimoji="1" lang="en-US" altLang="ja-JP" dirty="0" smtClean="0"/>
              <a:t>Enter the text.</a:t>
            </a:r>
            <a:endParaRPr kumimoji="1" lang="ja-JP" altLang="en-US" dirty="0" smtClean="0"/>
          </a:p>
          <a:p>
            <a:pPr marR="0" lvl="1" defTabSz="914400" eaLnBrk="0" latinLnBrk="0">
              <a:lnSpc>
                <a:spcPct val="100000"/>
              </a:lnSpc>
              <a:buClr>
                <a:srgbClr val="002B62"/>
              </a:buClr>
              <a:buSzTx/>
              <a:tabLst/>
            </a:pPr>
            <a:r>
              <a:rPr kumimoji="1" lang="en-US" altLang="ja-JP" dirty="0" smtClean="0"/>
              <a:t>Second level</a:t>
            </a:r>
            <a:endParaRPr kumimoji="1" lang="ja-JP" altLang="en-US" dirty="0" smtClean="0"/>
          </a:p>
          <a:p>
            <a:pPr marR="0" lvl="2" defTabSz="914400" eaLnBrk="0" latinLnBrk="0">
              <a:lnSpc>
                <a:spcPct val="100000"/>
              </a:lnSpc>
              <a:buClr>
                <a:srgbClr val="002B62"/>
              </a:buClr>
              <a:buSzTx/>
              <a:tabLst/>
            </a:pPr>
            <a:r>
              <a:rPr kumimoji="1" lang="en-US" altLang="ja-JP" dirty="0" smtClean="0"/>
              <a:t>Third level</a:t>
            </a:r>
            <a:endParaRPr kumimoji="1" lang="ja-JP" altLang="en-US" dirty="0" smtClean="0"/>
          </a:p>
          <a:p>
            <a:pPr marR="0" lvl="3" defTabSz="914400" eaLnBrk="0" latinLnBrk="0">
              <a:lnSpc>
                <a:spcPct val="100000"/>
              </a:lnSpc>
              <a:buClr>
                <a:srgbClr val="002B62"/>
              </a:buClr>
              <a:buSzTx/>
              <a:tabLst/>
            </a:pPr>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86924444"/>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white)">
    <p:spTree>
      <p:nvGrpSpPr>
        <p:cNvPr id="1" name=""/>
        <p:cNvGrpSpPr/>
        <p:nvPr/>
      </p:nvGrpSpPr>
      <p:grpSpPr>
        <a:xfrm>
          <a:off x="0" y="0"/>
          <a:ext cx="0" cy="0"/>
          <a:chOff x="0" y="0"/>
          <a:chExt cx="0" cy="0"/>
        </a:xfrm>
      </p:grpSpPr>
      <p:pic>
        <p:nvPicPr>
          <p:cNvPr id="10" name="Background_Whi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0" y="0"/>
            <a:ext cx="915035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bg1"/>
                </a:solidFill>
              </a:defRPr>
            </a:lvl1pPr>
          </a:lstStyle>
          <a:p>
            <a:pPr lvl="0"/>
            <a:r>
              <a:rPr kumimoji="1" lang="en-US" altLang="ja-JP" dirty="0" smtClean="0"/>
              <a:t>Enter the title.</a:t>
            </a:r>
            <a:endParaRPr kumimoji="1" lang="ja-JP" altLang="en-US" dirty="0"/>
          </a:p>
        </p:txBody>
      </p:sp>
      <p:sp>
        <p:nvSpPr>
          <p:cNvPr id="6" name="コンテンツ プレースホルダー"/>
          <p:cNvSpPr>
            <a:spLocks noGrp="1"/>
          </p:cNvSpPr>
          <p:nvPr>
            <p:ph sz="quarter" idx="10" hasCustomPrompt="1"/>
          </p:nvPr>
        </p:nvSpPr>
        <p:spPr bwMode="gray">
          <a:xfrm>
            <a:off x="179388"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mn-lt"/>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
        <p:nvSpPr>
          <p:cNvPr id="7" name="コンテンツ プレースホルダー"/>
          <p:cNvSpPr>
            <a:spLocks noGrp="1"/>
          </p:cNvSpPr>
          <p:nvPr>
            <p:ph sz="quarter" idx="11" hasCustomPrompt="1"/>
          </p:nvPr>
        </p:nvSpPr>
        <p:spPr bwMode="gray">
          <a:xfrm>
            <a:off x="4716613" y="836613"/>
            <a:ext cx="4248000" cy="5616575"/>
          </a:xfrm>
        </p:spPr>
        <p:txBody>
          <a:bodyPr vert="horz" lIns="91440" tIns="45720" rIns="91440" bIns="45720" rtlCol="0">
            <a:normAutofit/>
          </a:bodyPr>
          <a:lstStyle>
            <a:lvl1pPr>
              <a:defRPr lang="ja-JP" altLang="en-US" i="0" u="none" strike="noStrike" kern="0" cap="none" spc="0" normalizeH="0" baseline="0" dirty="0" smtClean="0">
                <a:ln>
                  <a:noFill/>
                </a:ln>
                <a:solidFill>
                  <a:srgbClr val="000000"/>
                </a:solidFill>
                <a:effectLst/>
                <a:uLnTx/>
                <a:uFillTx/>
                <a:latin typeface="+mn-lt"/>
                <a:cs typeface="Verdana" panose="020B0604030504040204" pitchFamily="34" charset="0"/>
              </a:defRPr>
            </a:lvl1pPr>
            <a:lvl2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2pPr>
            <a:lvl3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3pPr>
            <a:lvl4pPr>
              <a:defRPr lang="ja-JP" altLang="en-US" i="0" u="none" strike="noStrike" kern="0" cap="none" spc="0" normalizeH="0" baseline="0" noProof="0" dirty="0" smtClean="0">
                <a:ln>
                  <a:noFill/>
                </a:ln>
                <a:solidFill>
                  <a:srgbClr val="000000"/>
                </a:solidFill>
                <a:effectLst/>
                <a:uLnTx/>
                <a:uFillTx/>
                <a:latin typeface="+mn-lt"/>
                <a:cs typeface="Verdana" panose="020B0604030504040204" pitchFamily="34" charset="0"/>
              </a:defRPr>
            </a:lvl4pPr>
          </a:lstStyle>
          <a:p>
            <a:pPr lvl="0"/>
            <a:r>
              <a:rPr kumimoji="1" lang="en-US" altLang="ja-JP" dirty="0" smtClean="0"/>
              <a:t>Enter the text.</a:t>
            </a:r>
            <a:endParaRPr kumimoji="1" lang="ja-JP" altLang="en-US" dirty="0" smtClean="0"/>
          </a:p>
          <a:p>
            <a:pPr lvl="1"/>
            <a:r>
              <a:rPr kumimoji="1" lang="en-US" altLang="ja-JP" sz="1600" b="0" i="0" u="none" strike="noStrike" kern="0" cap="none" spc="0" normalizeH="0" baseline="0" noProof="0" dirty="0" smtClean="0">
                <a:ln>
                  <a:noFill/>
                </a:ln>
                <a:solidFill>
                  <a:srgbClr val="000000"/>
                </a:solidFill>
                <a:effectLst/>
                <a:uLnTx/>
                <a:uFillTx/>
                <a:latin typeface="+mn-lt"/>
                <a:ea typeface="+mn-ea"/>
              </a:rPr>
              <a:t>Second level</a:t>
            </a:r>
            <a:endParaRPr kumimoji="1" lang="ja-JP" altLang="en-US" sz="1600" b="0" i="0" u="none" strike="noStrike" kern="0" cap="none" spc="0" normalizeH="0" baseline="0" noProof="0" dirty="0" smtClean="0">
              <a:ln>
                <a:noFill/>
              </a:ln>
              <a:solidFill>
                <a:srgbClr val="000000"/>
              </a:solidFill>
              <a:effectLst/>
              <a:uLnTx/>
              <a:uFillTx/>
              <a:latin typeface="+mn-lt"/>
              <a:ea typeface="+mn-ea"/>
            </a:endParaRPr>
          </a:p>
          <a:p>
            <a:pPr lvl="2"/>
            <a:r>
              <a:rPr kumimoji="1" lang="en-US" altLang="ja-JP" sz="1400" b="0" i="0" u="none" strike="noStrike" kern="0" cap="none" spc="0" normalizeH="0" baseline="0" noProof="0" dirty="0" smtClean="0">
                <a:ln>
                  <a:noFill/>
                </a:ln>
                <a:solidFill>
                  <a:srgbClr val="000000"/>
                </a:solidFill>
                <a:effectLst/>
                <a:uLnTx/>
                <a:uFillTx/>
                <a:latin typeface="+mn-lt"/>
                <a:ea typeface="+mn-ea"/>
              </a:rPr>
              <a:t>Third level</a:t>
            </a:r>
            <a:endParaRPr kumimoji="1" lang="ja-JP" altLang="en-US" sz="1400" b="0" i="0" u="none" strike="noStrike" kern="0" cap="none" spc="0" normalizeH="0" baseline="0" noProof="0" dirty="0" smtClean="0">
              <a:ln>
                <a:noFill/>
              </a:ln>
              <a:solidFill>
                <a:srgbClr val="000000"/>
              </a:solidFill>
              <a:effectLst/>
              <a:uLnTx/>
              <a:uFillTx/>
              <a:latin typeface="+mn-lt"/>
              <a:ea typeface="+mn-ea"/>
            </a:endParaRPr>
          </a:p>
          <a:p>
            <a:pPr lvl="3"/>
            <a:r>
              <a:rPr kumimoji="1" lang="en-US" altLang="ja-JP" sz="1200" b="0" i="0" u="none" strike="noStrike" kern="0" cap="none" spc="0" normalizeH="0" baseline="0" noProof="0" dirty="0" smtClean="0">
                <a:ln>
                  <a:noFill/>
                </a:ln>
                <a:solidFill>
                  <a:srgbClr val="000000"/>
                </a:solidFill>
                <a:effectLst/>
                <a:uLnTx/>
                <a:uFillTx/>
                <a:latin typeface="+mn-lt"/>
                <a:ea typeface="+mn-ea"/>
              </a:rPr>
              <a:t>Fourth level</a:t>
            </a:r>
            <a:endParaRPr kumimoji="1" lang="ja-JP" altLang="en-US" sz="1200" b="0" i="0" u="none" strike="noStrike" kern="0" cap="none" spc="0" normalizeH="0" baseline="0" noProof="0" dirty="0" smtClean="0">
              <a:ln>
                <a:noFill/>
              </a:ln>
              <a:solidFill>
                <a:srgbClr val="000000"/>
              </a:solidFill>
              <a:effectLst/>
              <a:uLnTx/>
              <a:uFillTx/>
              <a:latin typeface="+mn-lt"/>
              <a:ea typeface="+mn-ea"/>
            </a:endParaRPr>
          </a:p>
        </p:txBody>
      </p:sp>
    </p:spTree>
    <p:extLst>
      <p:ext uri="{BB962C8B-B14F-4D97-AF65-F5344CB8AC3E}">
        <p14:creationId xmlns:p14="http://schemas.microsoft.com/office/powerpoint/2010/main" val="46132828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568642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blue)">
    <p:bg bwMode="ltGray">
      <p:bgPr>
        <a:solidFill>
          <a:schemeClr val="accent6"/>
        </a:solidFill>
        <a:effectLst/>
      </p:bgPr>
    </p:bg>
    <p:spTree>
      <p:nvGrpSpPr>
        <p:cNvPr id="1" name=""/>
        <p:cNvGrpSpPr/>
        <p:nvPr/>
      </p:nvGrpSpPr>
      <p:grpSpPr>
        <a:xfrm>
          <a:off x="0" y="0"/>
          <a:ext cx="0" cy="0"/>
          <a:chOff x="0" y="0"/>
          <a:chExt cx="0" cy="0"/>
        </a:xfrm>
      </p:grpSpPr>
      <p:pic>
        <p:nvPicPr>
          <p:cNvPr id="3" name="図 2"/>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Tree>
    <p:extLst>
      <p:ext uri="{BB962C8B-B14F-4D97-AF65-F5344CB8AC3E}">
        <p14:creationId xmlns:p14="http://schemas.microsoft.com/office/powerpoint/2010/main" val="1620020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Content(blue)">
    <p:bg bwMode="ltGray">
      <p:bgPr>
        <a:solidFill>
          <a:schemeClr val="accent6"/>
        </a:solidFill>
        <a:effectLst/>
      </p:bgPr>
    </p:bg>
    <p:spTree>
      <p:nvGrpSpPr>
        <p:cNvPr id="1" name=""/>
        <p:cNvGrpSpPr/>
        <p:nvPr/>
      </p:nvGrpSpPr>
      <p:grpSpPr>
        <a:xfrm>
          <a:off x="0" y="0"/>
          <a:ext cx="0" cy="0"/>
          <a:chOff x="0" y="0"/>
          <a:chExt cx="0" cy="0"/>
        </a:xfrm>
      </p:grpSpPr>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8784976"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273541170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ad 1 line &amp; Content(blue)">
    <p:bg bwMode="ltGray">
      <p:bgPr>
        <a:solidFill>
          <a:schemeClr val="accent6"/>
        </a:solidFill>
        <a:effectLst/>
      </p:bgPr>
    </p:bg>
    <p:spTree>
      <p:nvGrpSpPr>
        <p:cNvPr id="1" name=""/>
        <p:cNvGrpSpPr/>
        <p:nvPr/>
      </p:nvGrpSpPr>
      <p:grpSpPr>
        <a:xfrm>
          <a:off x="0" y="0"/>
          <a:ext cx="0" cy="0"/>
          <a:chOff x="0" y="0"/>
          <a:chExt cx="0" cy="0"/>
        </a:xfrm>
      </p:grpSpPr>
      <p:pic>
        <p:nvPicPr>
          <p:cNvPr id="9" name="図 8"/>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8287" y="836613"/>
            <a:ext cx="8785226" cy="432000"/>
          </a:xfrm>
          <a:prstGeom prst="roundRect">
            <a:avLst>
              <a:gd name="adj" fmla="val 13830"/>
            </a:avLst>
          </a:prstGeom>
          <a:solidFill>
            <a:schemeClr val="accent6">
              <a:lumMod val="75000"/>
              <a:lumOff val="25000"/>
            </a:schemeClr>
          </a:solidFill>
          <a:effectLst>
            <a:outerShdw blurRad="50800" dist="38100" dir="5400000" algn="t" rotWithShape="0">
              <a:prstClr val="black">
                <a:alpha val="40000"/>
              </a:prstClr>
            </a:outerShdw>
          </a:effectLst>
        </p:spPr>
        <p:txBody>
          <a:bodyPr wrap="square" tIns="45720" bIns="45720">
            <a:noAutofit/>
          </a:bodyPr>
          <a:lstStyle>
            <a:lvl1pPr marL="0" indent="0" algn="l" eaLnBrk="1" hangingPunct="1">
              <a:spcBef>
                <a:spcPts val="0"/>
              </a:spcBef>
              <a:buNone/>
              <a:defRPr>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when the leading sentence is written on one line.</a:t>
            </a:r>
            <a:endParaRPr kumimoji="1" lang="ja-JP" altLang="en-US" dirty="0"/>
          </a:p>
        </p:txBody>
      </p:sp>
      <p:sp>
        <p:nvSpPr>
          <p:cNvPr id="8" name="コンテンツ プレースホルダー"/>
          <p:cNvSpPr>
            <a:spLocks noGrp="1"/>
          </p:cNvSpPr>
          <p:nvPr>
            <p:ph sz="quarter" idx="10" hasCustomPrompt="1"/>
          </p:nvPr>
        </p:nvSpPr>
        <p:spPr bwMode="gray">
          <a:xfrm>
            <a:off x="179512" y="1414800"/>
            <a:ext cx="8784976" cy="5040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405480195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ad 2 lines &amp; Content(blue)">
    <p:bg bwMode="ltGray">
      <p:bgPr>
        <a:solidFill>
          <a:schemeClr val="accent6"/>
        </a:solidFill>
        <a:effectLst/>
      </p:bgPr>
    </p:bg>
    <p:spTree>
      <p:nvGrpSpPr>
        <p:cNvPr id="1" name=""/>
        <p:cNvGrpSpPr/>
        <p:nvPr/>
      </p:nvGrpSpPr>
      <p:grpSpPr>
        <a:xfrm>
          <a:off x="0" y="0"/>
          <a:ext cx="0" cy="0"/>
          <a:chOff x="0" y="0"/>
          <a:chExt cx="0" cy="0"/>
        </a:xfrm>
      </p:grpSpPr>
      <p:pic>
        <p:nvPicPr>
          <p:cNvPr id="7" name="図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6" name="テキスト プレースホルダー"/>
          <p:cNvSpPr>
            <a:spLocks noGrp="1"/>
          </p:cNvSpPr>
          <p:nvPr>
            <p:ph type="body" sz="quarter" idx="11" hasCustomPrompt="1"/>
          </p:nvPr>
        </p:nvSpPr>
        <p:spPr bwMode="gray">
          <a:xfrm>
            <a:off x="179388" y="836613"/>
            <a:ext cx="8784000" cy="756000"/>
          </a:xfrm>
          <a:prstGeom prst="roundRect">
            <a:avLst>
              <a:gd name="adj" fmla="val 7924"/>
            </a:avLst>
          </a:prstGeom>
          <a:solidFill>
            <a:schemeClr val="accent6">
              <a:lumMod val="75000"/>
              <a:lumOff val="25000"/>
            </a:schemeClr>
          </a:solidFill>
          <a:effectLst>
            <a:outerShdw blurRad="50800" dist="38100" dir="5400000" algn="t" rotWithShape="0">
              <a:prstClr val="black">
                <a:alpha val="40000"/>
              </a:prstClr>
            </a:outerShdw>
          </a:effectLst>
        </p:spPr>
        <p:txBody>
          <a:bodyPr tIns="45720" bIns="45720" anchor="ctr">
            <a:noAutofit/>
          </a:bodyPr>
          <a:lstStyle>
            <a:lvl1pPr marL="0" indent="0" algn="l" eaLnBrk="1" hangingPunct="1">
              <a:spcBef>
                <a:spcPts val="0"/>
              </a:spcBef>
              <a:buNone/>
              <a:defRPr baseline="0">
                <a:solidFill>
                  <a:schemeClr val="bg1"/>
                </a:solidFill>
              </a:defRPr>
            </a:lvl1pPr>
            <a:lvl2pPr marL="72000" indent="0">
              <a:buNone/>
              <a:defRPr/>
            </a:lvl2pPr>
            <a:lvl3pPr marL="222962" indent="0">
              <a:buNone/>
              <a:defRPr/>
            </a:lvl3pPr>
            <a:lvl4pPr marL="327787" indent="0">
              <a:buNone/>
              <a:defRPr/>
            </a:lvl4pPr>
            <a:lvl5pPr marL="311400" indent="0">
              <a:buNone/>
              <a:defRPr/>
            </a:lvl5pPr>
          </a:lstStyle>
          <a:p>
            <a:pPr marL="0" lvl="0" indent="0" hangingPunct="1">
              <a:buNone/>
            </a:pPr>
            <a:r>
              <a:rPr kumimoji="1" lang="en-US" altLang="ja-JP" dirty="0" smtClean="0"/>
              <a:t>Use this layout for a one-line headline</a:t>
            </a:r>
            <a:endParaRPr kumimoji="1" lang="ja-JP" altLang="en-US" dirty="0"/>
          </a:p>
        </p:txBody>
      </p:sp>
      <p:sp>
        <p:nvSpPr>
          <p:cNvPr id="18" name="コンテンツ プレースホルダー"/>
          <p:cNvSpPr>
            <a:spLocks noGrp="1"/>
          </p:cNvSpPr>
          <p:nvPr>
            <p:ph sz="quarter" idx="10" hasCustomPrompt="1"/>
          </p:nvPr>
        </p:nvSpPr>
        <p:spPr bwMode="gray">
          <a:xfrm>
            <a:off x="179512" y="1738800"/>
            <a:ext cx="8784976" cy="47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79497443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blue)">
    <p:bg bwMode="ltGray">
      <p:bgPr>
        <a:solidFill>
          <a:schemeClr val="accent6"/>
        </a:solidFill>
        <a:effectLst/>
      </p:bgPr>
    </p:bg>
    <p:spTree>
      <p:nvGrpSpPr>
        <p:cNvPr id="1" name=""/>
        <p:cNvGrpSpPr/>
        <p:nvPr/>
      </p:nvGrpSpPr>
      <p:grpSpPr>
        <a:xfrm>
          <a:off x="0" y="0"/>
          <a:ext cx="0" cy="0"/>
          <a:chOff x="0" y="0"/>
          <a:chExt cx="0" cy="0"/>
        </a:xfrm>
      </p:grpSpPr>
      <p:pic>
        <p:nvPicPr>
          <p:cNvPr id="6" name="図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ltGray">
          <a:xfrm>
            <a:off x="-9000" y="0"/>
            <a:ext cx="9162000" cy="701198"/>
          </a:xfrm>
          <a:prstGeom prst="rect">
            <a:avLst/>
          </a:prstGeom>
        </p:spPr>
      </p:pic>
      <p:sp>
        <p:nvSpPr>
          <p:cNvPr id="2" name="タイトル"/>
          <p:cNvSpPr>
            <a:spLocks noGrp="1"/>
          </p:cNvSpPr>
          <p:nvPr>
            <p:ph type="title" hasCustomPrompt="1"/>
          </p:nvPr>
        </p:nvSpPr>
        <p:spPr bwMode="gray">
          <a:xfrm>
            <a:off x="179513" y="115200"/>
            <a:ext cx="8784000" cy="468000"/>
          </a:xfrm>
        </p:spPr>
        <p:txBody>
          <a:bodyPr vert="horz" lIns="91440" tIns="45720" rIns="91440" bIns="45720" rtlCol="0" anchor="ctr">
            <a:normAutofit/>
          </a:bodyPr>
          <a:lstStyle>
            <a:lvl1pPr>
              <a:defRPr lang="ja-JP" altLang="en-US" dirty="0">
                <a:solidFill>
                  <a:schemeClr val="tx1">
                    <a:lumMod val="95000"/>
                    <a:lumOff val="5000"/>
                  </a:schemeClr>
                </a:solidFill>
              </a:defRPr>
            </a:lvl1pPr>
          </a:lstStyle>
          <a:p>
            <a:pPr lvl="0"/>
            <a:r>
              <a:rPr kumimoji="1" lang="en-US" altLang="ja-JP" dirty="0" smtClean="0"/>
              <a:t>Enter the title.</a:t>
            </a:r>
            <a:endParaRPr kumimoji="1" lang="ja-JP" altLang="en-US" dirty="0"/>
          </a:p>
        </p:txBody>
      </p:sp>
      <p:sp>
        <p:nvSpPr>
          <p:cNvPr id="4" name="コンテンツ プレースホルダー"/>
          <p:cNvSpPr>
            <a:spLocks noGrp="1"/>
          </p:cNvSpPr>
          <p:nvPr>
            <p:ph sz="quarter" idx="10" hasCustomPrompt="1"/>
          </p:nvPr>
        </p:nvSpPr>
        <p:spPr bwMode="gray">
          <a:xfrm>
            <a:off x="179512"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コンテンツ プレースホルダー"/>
          <p:cNvSpPr>
            <a:spLocks noGrp="1"/>
          </p:cNvSpPr>
          <p:nvPr>
            <p:ph sz="quarter" idx="11" hasCustomPrompt="1"/>
          </p:nvPr>
        </p:nvSpPr>
        <p:spPr bwMode="gray">
          <a:xfrm>
            <a:off x="4715513" y="836712"/>
            <a:ext cx="4248000" cy="5616000"/>
          </a:xfrm>
        </p:spPr>
        <p:txBody>
          <a:bodyPr vert="horz" lIns="90000" tIns="45720" rIns="90000" bIns="45720" rtlCol="0">
            <a:noAutofit/>
          </a:bodyPr>
          <a:lstStyle>
            <a:lvl1pPr marL="180000" indent="-180000" eaLnBrk="1" hangingPunct="1">
              <a:buClr>
                <a:schemeClr val="bg1"/>
              </a:buClr>
              <a:defRPr lang="ja-JP" altLang="en-US" baseline="0" dirty="0" smtClean="0">
                <a:solidFill>
                  <a:schemeClr val="bg1"/>
                </a:solidFill>
              </a:defRPr>
            </a:lvl1pPr>
            <a:lvl2pPr marL="360000" indent="-180000" eaLnBrk="1" hangingPunct="1">
              <a:buClr>
                <a:schemeClr val="bg1"/>
              </a:buClr>
              <a:defRPr lang="ja-JP" altLang="en-US" baseline="0" dirty="0" smtClean="0">
                <a:solidFill>
                  <a:schemeClr val="bg1"/>
                </a:solidFill>
              </a:defRPr>
            </a:lvl2pPr>
            <a:lvl3pPr marL="468000" indent="-108000" eaLnBrk="1" hangingPunct="1">
              <a:buClr>
                <a:schemeClr val="bg1"/>
              </a:buClr>
              <a:defRPr lang="ja-JP" altLang="en-US" baseline="0" dirty="0" smtClean="0">
                <a:solidFill>
                  <a:schemeClr val="bg1"/>
                </a:solidFill>
              </a:defRPr>
            </a:lvl3pPr>
            <a:lvl4pPr marL="576000" indent="-108000" eaLnBrk="1" hangingPunct="1">
              <a:buClr>
                <a:schemeClr val="bg1"/>
              </a:buClr>
              <a:defRPr lang="ja-JP" altLang="en-US" baseline="0" dirty="0" smtClean="0">
                <a:solidFill>
                  <a:schemeClr val="bg1"/>
                </a:solidFill>
              </a:defRPr>
            </a:lvl4pPr>
            <a:lvl5pPr marL="252000" indent="180000" eaLnBrk="1" hangingPunct="1">
              <a:buClr>
                <a:schemeClr val="bg1"/>
              </a:buClr>
              <a:defRPr lang="ja-JP" altLang="en-US" baseline="0" dirty="0">
                <a:solidFill>
                  <a:schemeClr val="bg1"/>
                </a:solidFill>
              </a:defRPr>
            </a:lvl5pPr>
          </a:lstStyle>
          <a:p>
            <a:pPr lvl="0"/>
            <a:r>
              <a:rPr kumimoji="1" lang="en-US" altLang="ja-JP" dirty="0" smtClean="0"/>
              <a:t>Enter the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Tree>
    <p:extLst>
      <p:ext uri="{BB962C8B-B14F-4D97-AF65-F5344CB8AC3E}">
        <p14:creationId xmlns:p14="http://schemas.microsoft.com/office/powerpoint/2010/main" val="314628074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nk(blue)">
    <p:bg bwMode="ltGray">
      <p:bgPr>
        <a:solidFill>
          <a:schemeClr val="accent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63507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rporate Mark">
    <p:spTree>
      <p:nvGrpSpPr>
        <p:cNvPr id="1" name=""/>
        <p:cNvGrpSpPr/>
        <p:nvPr/>
      </p:nvGrpSpPr>
      <p:grpSpPr>
        <a:xfrm>
          <a:off x="0" y="0"/>
          <a:ext cx="0" cy="0"/>
          <a:chOff x="0" y="0"/>
          <a:chExt cx="0" cy="0"/>
        </a:xfrm>
      </p:grpSpPr>
      <p:pic>
        <p:nvPicPr>
          <p:cNvPr id="2"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pic>
        <p:nvPicPr>
          <p:cNvPr id="3"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9144000" cy="6858000"/>
          </a:xfrm>
          <a:prstGeom prst="rect">
            <a:avLst/>
          </a:prstGeom>
        </p:spPr>
      </p:pic>
    </p:spTree>
    <p:extLst>
      <p:ext uri="{BB962C8B-B14F-4D97-AF65-F5344CB8AC3E}">
        <p14:creationId xmlns:p14="http://schemas.microsoft.com/office/powerpoint/2010/main" val="94308015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pic>
        <p:nvPicPr>
          <p:cNvPr id="4" name="Footer"/>
          <p:cNvPicPr>
            <a:picLocks noChangeAspect="1"/>
          </p:cNvPicPr>
          <p:nvPr/>
        </p:nvPicPr>
        <p:blipFill>
          <a:blip r:embed="rId21">
            <a:extLst>
              <a:ext uri="{28A0092B-C50C-407E-A947-70E740481C1C}">
                <a14:useLocalDpi xmlns:a14="http://schemas.microsoft.com/office/drawing/2010/main" val="0"/>
              </a:ext>
            </a:extLst>
          </a:blip>
          <a:stretch>
            <a:fillRect/>
          </a:stretch>
        </p:blipFill>
        <p:spPr bwMode="invGray">
          <a:xfrm>
            <a:off x="0" y="6549391"/>
            <a:ext cx="9143999" cy="308609"/>
          </a:xfrm>
          <a:prstGeom prst="rect">
            <a:avLst/>
          </a:prstGeom>
        </p:spPr>
      </p:pic>
      <p:sp>
        <p:nvSpPr>
          <p:cNvPr id="2" name="タイトル プレースホルダー"/>
          <p:cNvSpPr>
            <a:spLocks noGrp="1"/>
          </p:cNvSpPr>
          <p:nvPr>
            <p:ph type="title"/>
          </p:nvPr>
        </p:nvSpPr>
        <p:spPr bwMode="gray">
          <a:xfrm>
            <a:off x="179387" y="108000"/>
            <a:ext cx="8785225" cy="468000"/>
          </a:xfrm>
          <a:prstGeom prst="rect">
            <a:avLst/>
          </a:prstGeom>
        </p:spPr>
        <p:txBody>
          <a:bodyPr vert="horz" lIns="91440" tIns="45720" rIns="91440" bIns="45720" rtlCol="0" anchor="ctr">
            <a:noAutofit/>
          </a:bodyPr>
          <a:lstStyle/>
          <a:p>
            <a:r>
              <a:rPr kumimoji="1" lang="en-US" altLang="ja-JP" dirty="0" smtClean="0"/>
              <a:t>Formatting for the master title</a:t>
            </a:r>
            <a:endParaRPr kumimoji="1" lang="ja-JP" altLang="en-US" dirty="0"/>
          </a:p>
        </p:txBody>
      </p:sp>
      <p:sp>
        <p:nvSpPr>
          <p:cNvPr id="3" name="テキスト プレースホルダー"/>
          <p:cNvSpPr>
            <a:spLocks noGrp="1"/>
          </p:cNvSpPr>
          <p:nvPr>
            <p:ph type="body" idx="1"/>
          </p:nvPr>
        </p:nvSpPr>
        <p:spPr bwMode="gray">
          <a:xfrm>
            <a:off x="179387" y="836614"/>
            <a:ext cx="8785226" cy="5616574"/>
          </a:xfrm>
          <a:prstGeom prst="rect">
            <a:avLst/>
          </a:prstGeom>
        </p:spPr>
        <p:txBody>
          <a:bodyPr vert="horz" lIns="91440" tIns="45720" rIns="91440" bIns="45720" rtlCol="0">
            <a:normAutofit/>
          </a:bodyPr>
          <a:lstStyle/>
          <a:p>
            <a:pPr lvl="0"/>
            <a:r>
              <a:rPr kumimoji="1" lang="en-US" altLang="ja-JP" dirty="0" smtClean="0"/>
              <a:t>Formatting for the master text</a:t>
            </a:r>
            <a:endParaRPr kumimoji="1" lang="ja-JP" altLang="en-US" dirty="0" smtClean="0"/>
          </a:p>
          <a:p>
            <a:pPr lvl="1"/>
            <a:r>
              <a:rPr kumimoji="1" lang="en-US" altLang="ja-JP" dirty="0" smtClean="0"/>
              <a:t>Second level</a:t>
            </a:r>
            <a:endParaRPr kumimoji="1" lang="ja-JP" altLang="en-US" dirty="0" smtClean="0"/>
          </a:p>
          <a:p>
            <a:pPr lvl="2"/>
            <a:r>
              <a:rPr kumimoji="1" lang="en-US" altLang="ja-JP" dirty="0" smtClean="0"/>
              <a:t>Third level</a:t>
            </a:r>
            <a:endParaRPr kumimoji="1" lang="ja-JP" altLang="en-US" dirty="0" smtClean="0"/>
          </a:p>
          <a:p>
            <a:pPr lvl="3"/>
            <a:r>
              <a:rPr kumimoji="1" lang="en-US" altLang="ja-JP" dirty="0" smtClean="0"/>
              <a:t>Fourth level</a:t>
            </a:r>
            <a:endParaRPr kumimoji="1" lang="ja-JP" altLang="en-US" dirty="0" smtClean="0"/>
          </a:p>
        </p:txBody>
      </p:sp>
      <p:sp>
        <p:nvSpPr>
          <p:cNvPr id="8" name="PageNumber"/>
          <p:cNvSpPr txBox="1"/>
          <p:nvPr/>
        </p:nvSpPr>
        <p:spPr bwMode="black">
          <a:xfrm>
            <a:off x="168810" y="6597840"/>
            <a:ext cx="684000" cy="234000"/>
          </a:xfrm>
          <a:prstGeom prst="rect">
            <a:avLst/>
          </a:prstGeom>
          <a:noFill/>
        </p:spPr>
        <p:txBody>
          <a:bodyPr wrap="none" tIns="4572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0" i="0" u="none" strike="noStrike" kern="1200" cap="none" spc="0" normalizeH="0" baseline="0" noProof="0" smtClean="0">
                <a:ln>
                  <a:noFill/>
                </a:ln>
                <a:solidFill>
                  <a:srgbClr val="FFFFFF"/>
                </a:solidFill>
                <a:effectLst/>
                <a:uLnTx/>
                <a:uFillTx/>
                <a:latin typeface="Verdana" panose="020B0604030504040204" pitchFamily="34" charset="0"/>
                <a:ea typeface="+mn-ea"/>
                <a:cs typeface="Verdana" panose="020B060403050404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smtClean="0">
              <a:ln>
                <a:noFill/>
              </a:ln>
              <a:solidFill>
                <a:srgbClr val="FFFFFF"/>
              </a:solidFill>
              <a:effectLst/>
              <a:uLnTx/>
              <a:uFillTx/>
              <a:latin typeface="Verdana" panose="020B0604030504040204" pitchFamily="34" charset="0"/>
              <a:ea typeface="+mn-ea"/>
              <a:cs typeface="Verdana" panose="020B0604030504040204" pitchFamily="34" charset="0"/>
            </a:endParaRPr>
          </a:p>
        </p:txBody>
      </p:sp>
      <p:sp>
        <p:nvSpPr>
          <p:cNvPr id="9" name="Credit"/>
          <p:cNvSpPr txBox="1"/>
          <p:nvPr/>
        </p:nvSpPr>
        <p:spPr bwMode="black">
          <a:xfrm>
            <a:off x="1096858" y="6597840"/>
            <a:ext cx="1638590" cy="230832"/>
          </a:xfrm>
          <a:prstGeom prst="rect">
            <a:avLst/>
          </a:prstGeom>
          <a:noFill/>
        </p:spPr>
        <p:txBody>
          <a:bodyPr wrap="none" tIns="4572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 NEC Corporation 2015</a:t>
            </a:r>
          </a:p>
        </p:txBody>
      </p:sp>
      <p:sp>
        <p:nvSpPr>
          <p:cNvPr id="10" name="Confidential"/>
          <p:cNvSpPr txBox="1"/>
          <p:nvPr/>
        </p:nvSpPr>
        <p:spPr bwMode="black">
          <a:xfrm>
            <a:off x="3621250" y="6597840"/>
            <a:ext cx="1882247" cy="230832"/>
          </a:xfrm>
          <a:prstGeom prst="rect">
            <a:avLst/>
          </a:prstGeom>
          <a:noFill/>
        </p:spPr>
        <p:txBody>
          <a:bodyPr wrap="none" tIns="4572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NEC Group Internal Use Only</a:t>
            </a:r>
          </a:p>
        </p:txBody>
      </p:sp>
      <p:pic>
        <p:nvPicPr>
          <p:cNvPr id="11" name="Foote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bwMode="invGray">
          <a:xfrm>
            <a:off x="0" y="6549391"/>
            <a:ext cx="9143999" cy="308609"/>
          </a:xfrm>
          <a:prstGeom prst="rect">
            <a:avLst/>
          </a:prstGeom>
        </p:spPr>
      </p:pic>
      <p:sp>
        <p:nvSpPr>
          <p:cNvPr id="12" name="PageNumber"/>
          <p:cNvSpPr txBox="1"/>
          <p:nvPr userDrawn="1"/>
        </p:nvSpPr>
        <p:spPr bwMode="black">
          <a:xfrm>
            <a:off x="168810" y="6597840"/>
            <a:ext cx="684000" cy="234000"/>
          </a:xfrm>
          <a:prstGeom prst="rect">
            <a:avLst/>
          </a:prstGeom>
          <a:noFill/>
        </p:spPr>
        <p:txBody>
          <a:bodyPr wrap="none" tIns="45720" b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90F5524-168B-428D-88E2-BCDC17194B25}" type="slidenum">
              <a:rPr kumimoji="1" lang="ja-JP" altLang="en-US" sz="900" b="0" i="0" u="none" strike="noStrike" kern="1200" cap="none" spc="0" normalizeH="0" baseline="0" noProof="0" smtClean="0">
                <a:ln>
                  <a:noFill/>
                </a:ln>
                <a:solidFill>
                  <a:srgbClr val="FFFFFF"/>
                </a:solidFill>
                <a:effectLst/>
                <a:uLnTx/>
                <a:uFillTx/>
                <a:latin typeface="+mn-lt"/>
                <a:ea typeface="+mn-ea"/>
                <a:cs typeface="Verdana" panose="020B060403050404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smtClean="0">
              <a:ln>
                <a:noFill/>
              </a:ln>
              <a:solidFill>
                <a:srgbClr val="FFFFFF"/>
              </a:solidFill>
              <a:effectLst/>
              <a:uLnTx/>
              <a:uFillTx/>
              <a:latin typeface="+mn-lt"/>
              <a:ea typeface="+mn-ea"/>
              <a:cs typeface="Verdana" panose="020B0604030504040204" pitchFamily="34" charset="0"/>
            </a:endParaRPr>
          </a:p>
        </p:txBody>
      </p:sp>
      <p:sp>
        <p:nvSpPr>
          <p:cNvPr id="13" name="Credit"/>
          <p:cNvSpPr txBox="1"/>
          <p:nvPr userDrawn="1"/>
        </p:nvSpPr>
        <p:spPr bwMode="black">
          <a:xfrm>
            <a:off x="1096858" y="6597840"/>
            <a:ext cx="1638590" cy="230832"/>
          </a:xfrm>
          <a:prstGeom prst="rect">
            <a:avLst/>
          </a:prstGeom>
          <a:noFill/>
        </p:spPr>
        <p:txBody>
          <a:bodyPr wrap="none" tIns="4572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mn-lt"/>
                <a:ea typeface="Verdana" panose="020B0604030504040204" pitchFamily="34" charset="0"/>
                <a:cs typeface="Verdana" panose="020B0604030504040204" pitchFamily="34" charset="0"/>
              </a:rPr>
              <a:t>© NEC Corporation 2016</a:t>
            </a:r>
          </a:p>
        </p:txBody>
      </p:sp>
      <p:sp>
        <p:nvSpPr>
          <p:cNvPr id="14" name="Confidential"/>
          <p:cNvSpPr txBox="1"/>
          <p:nvPr userDrawn="1"/>
        </p:nvSpPr>
        <p:spPr bwMode="black">
          <a:xfrm>
            <a:off x="3621250" y="6597840"/>
            <a:ext cx="1882247" cy="230832"/>
          </a:xfrm>
          <a:prstGeom prst="rect">
            <a:avLst/>
          </a:prstGeom>
          <a:noFill/>
        </p:spPr>
        <p:txBody>
          <a:bodyPr wrap="none" tIns="4572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smtClean="0">
                <a:ln>
                  <a:noFill/>
                </a:ln>
                <a:solidFill>
                  <a:srgbClr val="FFFFFF"/>
                </a:solidFill>
                <a:effectLst/>
                <a:uLnTx/>
                <a:uFillTx/>
                <a:latin typeface="+mn-lt"/>
                <a:ea typeface="Verdana" panose="020B0604030504040204" pitchFamily="34" charset="0"/>
                <a:cs typeface="Verdana" panose="020B0604030504040204" pitchFamily="34" charset="0"/>
              </a:rPr>
              <a:t>NEC Group Internal Use Only</a:t>
            </a:r>
          </a:p>
        </p:txBody>
      </p:sp>
    </p:spTree>
    <p:extLst>
      <p:ext uri="{BB962C8B-B14F-4D97-AF65-F5344CB8AC3E}">
        <p14:creationId xmlns:p14="http://schemas.microsoft.com/office/powerpoint/2010/main" val="654157217"/>
      </p:ext>
    </p:extLst>
  </p:cSld>
  <p:clrMap bg1="lt1" tx1="dk1" bg2="lt2" tx2="dk2" accent1="accent1" accent2="accent2" accent3="accent3" accent4="accent4" accent5="accent5" accent6="accent6" hlink="hlink" folHlink="folHlink"/>
  <p:sldLayoutIdLst>
    <p:sldLayoutId id="2147483725" r:id="rId1"/>
    <p:sldLayoutId id="2147483707" r:id="rId2"/>
    <p:sldLayoutId id="2147483708" r:id="rId3"/>
    <p:sldLayoutId id="2147483709" r:id="rId4"/>
    <p:sldLayoutId id="2147483710" r:id="rId5"/>
    <p:sldLayoutId id="2147483726"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Lst>
  <p:timing>
    <p:tnLst>
      <p:par>
        <p:cTn id="1" dur="indefinite" restart="never" nodeType="tmRoot"/>
      </p:par>
    </p:tnLst>
  </p:timing>
  <p:hf sldNum="0" hdr="0" ftr="0" dt="0"/>
  <p:txStyles>
    <p:titleStyle>
      <a:lvl1pPr algn="l" rtl="0" eaLnBrk="1" fontAlgn="base" hangingPunct="1">
        <a:spcBef>
          <a:spcPct val="0"/>
        </a:spcBef>
        <a:spcAft>
          <a:spcPct val="0"/>
        </a:spcAft>
        <a:defRPr kumimoji="1" sz="2400" b="0" baseline="0">
          <a:solidFill>
            <a:schemeClr val="tx1"/>
          </a:solidFill>
          <a:latin typeface="+mj-lt"/>
          <a:ea typeface="+mj-ea"/>
          <a:cs typeface="Verdana" panose="020B0604030504040204" pitchFamily="34" charset="0"/>
        </a:defRPr>
      </a:lvl1pPr>
      <a:lvl2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2pPr>
      <a:lvl3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3pPr>
      <a:lvl4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4pPr>
      <a:lvl5pPr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5pPr>
      <a:lvl6pPr marL="4572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6pPr>
      <a:lvl7pPr marL="9144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7pPr>
      <a:lvl8pPr marL="13716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8pPr>
      <a:lvl9pPr marL="1828800" algn="l" rtl="0" eaLnBrk="1" fontAlgn="base" hangingPunct="1">
        <a:spcBef>
          <a:spcPct val="0"/>
        </a:spcBef>
        <a:spcAft>
          <a:spcPct val="0"/>
        </a:spcAft>
        <a:defRPr kumimoji="1" sz="2800">
          <a:solidFill>
            <a:schemeClr val="tx1"/>
          </a:solidFill>
          <a:latin typeface="HGP創英角ｺﾞｼｯｸUB" pitchFamily="50" charset="-128"/>
          <a:ea typeface="ＭＳ Ｐゴシック" charset="-128"/>
        </a:defRPr>
      </a:lvl9pPr>
    </p:titleStyle>
    <p:bodyStyle>
      <a:lvl1pPr marL="180000" indent="-180000" algn="l" rtl="0" eaLnBrk="1" fontAlgn="base" hangingPunct="1">
        <a:spcBef>
          <a:spcPts val="500"/>
        </a:spcBef>
        <a:spcAft>
          <a:spcPct val="0"/>
        </a:spcAft>
        <a:buClr>
          <a:schemeClr val="accent6"/>
        </a:buClr>
        <a:buFont typeface="Arial" panose="020B0604020202020204" pitchFamily="34" charset="0"/>
        <a:buChar char="▌"/>
        <a:defRPr kumimoji="1" sz="2000" b="0">
          <a:solidFill>
            <a:schemeClr val="tx1"/>
          </a:solidFill>
          <a:latin typeface="+mn-lt"/>
          <a:ea typeface="+mn-ea"/>
          <a:cs typeface="Verdana" panose="020B0604030504040204" pitchFamily="34" charset="0"/>
        </a:defRPr>
      </a:lvl1pPr>
      <a:lvl2pPr marL="360000" indent="-180000" algn="l" rtl="0" eaLnBrk="1" fontAlgn="base" hangingPunct="1">
        <a:spcBef>
          <a:spcPts val="500"/>
        </a:spcBef>
        <a:spcAft>
          <a:spcPct val="0"/>
        </a:spcAft>
        <a:buClr>
          <a:schemeClr val="accent6"/>
        </a:buClr>
        <a:buFont typeface="Wingdings" pitchFamily="2" charset="2"/>
        <a:buChar char="l"/>
        <a:defRPr kumimoji="1" sz="1600" b="0">
          <a:solidFill>
            <a:schemeClr val="tx1"/>
          </a:solidFill>
          <a:latin typeface="+mn-lt"/>
          <a:ea typeface="+mn-ea"/>
          <a:cs typeface="Verdana" panose="020B0604030504040204" pitchFamily="34" charset="0"/>
        </a:defRPr>
      </a:lvl2pPr>
      <a:lvl3pPr marL="468000" indent="-108000" algn="l" rtl="0" eaLnBrk="1" fontAlgn="base" hangingPunct="1">
        <a:spcBef>
          <a:spcPts val="500"/>
        </a:spcBef>
        <a:spcAft>
          <a:spcPct val="0"/>
        </a:spcAft>
        <a:buClr>
          <a:schemeClr val="accent6"/>
        </a:buClr>
        <a:buFont typeface="Arial" panose="020B0604020202020204" pitchFamily="34" charset="0"/>
        <a:buChar char="•"/>
        <a:defRPr kumimoji="1" sz="1400" b="0">
          <a:solidFill>
            <a:schemeClr val="tx1"/>
          </a:solidFill>
          <a:latin typeface="+mn-lt"/>
          <a:ea typeface="+mn-ea"/>
          <a:cs typeface="Verdana" panose="020B0604030504040204" pitchFamily="34" charset="0"/>
        </a:defRPr>
      </a:lvl3pPr>
      <a:lvl4pPr marL="576000" indent="-108000" algn="l" rtl="0" eaLnBrk="1" fontAlgn="base" hangingPunct="1">
        <a:spcBef>
          <a:spcPts val="500"/>
        </a:spcBef>
        <a:spcAft>
          <a:spcPct val="0"/>
        </a:spcAft>
        <a:buClr>
          <a:schemeClr val="accent6"/>
        </a:buClr>
        <a:buFont typeface="Tahoma" pitchFamily="34" charset="0"/>
        <a:buChar char="–"/>
        <a:defRPr kumimoji="1" sz="1200" b="0">
          <a:solidFill>
            <a:schemeClr val="tx1"/>
          </a:solidFill>
          <a:latin typeface="+mn-lt"/>
          <a:ea typeface="+mn-ea"/>
          <a:cs typeface="Verdana" panose="020B0604030504040204" pitchFamily="34" charset="0"/>
        </a:defRPr>
      </a:lvl4pPr>
      <a:lvl5pPr marL="735013" indent="-157163" algn="l" rtl="0" eaLnBrk="1" fontAlgn="base" hangingPunct="1">
        <a:spcBef>
          <a:spcPct val="20000"/>
        </a:spcBef>
        <a:spcAft>
          <a:spcPct val="0"/>
        </a:spcAft>
        <a:buClr>
          <a:schemeClr val="accent6"/>
        </a:buClr>
        <a:buChar char="≫"/>
        <a:defRPr kumimoji="1" sz="1200" b="1">
          <a:solidFill>
            <a:schemeClr val="tx1"/>
          </a:solidFill>
          <a:latin typeface="+mj-lt"/>
          <a:ea typeface="+mn-ea"/>
        </a:defRPr>
      </a:lvl5pPr>
      <a:lvl6pPr marL="2514600" indent="-228600" algn="l" rtl="0" eaLnBrk="1" fontAlgn="base" hangingPunct="1">
        <a:spcBef>
          <a:spcPct val="20000"/>
        </a:spcBef>
        <a:spcAft>
          <a:spcPct val="0"/>
        </a:spcAft>
        <a:buChar char="≫"/>
        <a:defRPr kumimoji="1" sz="2000">
          <a:solidFill>
            <a:schemeClr val="tx1"/>
          </a:solidFill>
          <a:latin typeface="Arial" charset="0"/>
          <a:ea typeface="+mn-ea"/>
        </a:defRPr>
      </a:lvl6pPr>
      <a:lvl7pPr marL="2971800" indent="-228600" algn="l" rtl="0" eaLnBrk="1" fontAlgn="base" hangingPunct="1">
        <a:spcBef>
          <a:spcPct val="20000"/>
        </a:spcBef>
        <a:spcAft>
          <a:spcPct val="0"/>
        </a:spcAft>
        <a:buChar char="≫"/>
        <a:defRPr kumimoji="1" sz="2000">
          <a:solidFill>
            <a:schemeClr val="tx1"/>
          </a:solidFill>
          <a:latin typeface="Arial" charset="0"/>
          <a:ea typeface="+mn-ea"/>
        </a:defRPr>
      </a:lvl7pPr>
      <a:lvl8pPr marL="3429000" indent="-228600" algn="l" rtl="0" eaLnBrk="1" fontAlgn="base" hangingPunct="1">
        <a:spcBef>
          <a:spcPct val="20000"/>
        </a:spcBef>
        <a:spcAft>
          <a:spcPct val="0"/>
        </a:spcAft>
        <a:buChar char="≫"/>
        <a:defRPr kumimoji="1" sz="2000">
          <a:solidFill>
            <a:schemeClr val="tx1"/>
          </a:solidFill>
          <a:latin typeface="Arial" charset="0"/>
          <a:ea typeface="+mn-ea"/>
        </a:defRPr>
      </a:lvl8pPr>
      <a:lvl9pPr marL="3886200" indent="-228600" algn="l" rtl="0" eaLnBrk="1" fontAlgn="base" hangingPunct="1">
        <a:spcBef>
          <a:spcPct val="20000"/>
        </a:spcBef>
        <a:spcAft>
          <a:spcPct val="0"/>
        </a:spcAft>
        <a:buChar char="≫"/>
        <a:defRPr kumimoji="1" sz="2000">
          <a:solidFill>
            <a:schemeClr val="tx1"/>
          </a:solidFill>
          <a:latin typeface="Arial" charset="0"/>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513" y="3049388"/>
            <a:ext cx="8784000" cy="584775"/>
          </a:xfrm>
        </p:spPr>
        <p:txBody>
          <a:bodyPr/>
          <a:lstStyle/>
          <a:p>
            <a:r>
              <a:rPr lang="en-US" altLang="ja-JP" dirty="0"/>
              <a:t>MySQL</a:t>
            </a:r>
            <a:r>
              <a:rPr lang="ja-JP" altLang="en-US" dirty="0"/>
              <a:t>クラスタ</a:t>
            </a:r>
            <a:endParaRPr kumimoji="1" lang="ja-JP" altLang="en-US" dirty="0"/>
          </a:p>
        </p:txBody>
      </p:sp>
      <p:sp>
        <p:nvSpPr>
          <p:cNvPr id="4" name="テキスト プレースホルダー 3"/>
          <p:cNvSpPr>
            <a:spLocks noGrp="1"/>
          </p:cNvSpPr>
          <p:nvPr>
            <p:ph type="body" sz="quarter" idx="10"/>
          </p:nvPr>
        </p:nvSpPr>
        <p:spPr>
          <a:xfrm>
            <a:off x="179513" y="4032000"/>
            <a:ext cx="6552727" cy="772006"/>
          </a:xfrm>
        </p:spPr>
        <p:txBody>
          <a:bodyPr/>
          <a:lstStyle/>
          <a:p>
            <a:r>
              <a:rPr lang="en-US" altLang="ja-JP" dirty="0"/>
              <a:t>OSS</a:t>
            </a:r>
            <a:r>
              <a:rPr lang="ja-JP" altLang="en-US" dirty="0"/>
              <a:t>技術センター</a:t>
            </a:r>
            <a:endParaRPr lang="en-US" altLang="ja-JP" dirty="0"/>
          </a:p>
          <a:p>
            <a:r>
              <a:rPr lang="en-US" altLang="ja-JP" dirty="0"/>
              <a:t>NEC</a:t>
            </a:r>
            <a:r>
              <a:rPr lang="ja-JP" altLang="en-US" dirty="0"/>
              <a:t>テレコムソフトウェアフィリピン (</a:t>
            </a:r>
            <a:r>
              <a:rPr lang="en-US" altLang="ja-JP" dirty="0"/>
              <a:t>NSP)</a:t>
            </a:r>
          </a:p>
        </p:txBody>
      </p:sp>
      <p:sp>
        <p:nvSpPr>
          <p:cNvPr id="11" name="Text Box 7"/>
          <p:cNvSpPr txBox="1">
            <a:spLocks noChangeArrowheads="1"/>
          </p:cNvSpPr>
          <p:nvPr/>
        </p:nvSpPr>
        <p:spPr bwMode="ltGray">
          <a:xfrm>
            <a:off x="6269746" y="841705"/>
            <a:ext cx="2623429" cy="234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lgn="ctr">
                <a:solidFill>
                  <a:srgbClr val="00B4A0"/>
                </a:solidFill>
                <a:miter lim="800000"/>
                <a:headEnd/>
                <a:tailEnd/>
              </a14:hiddenLine>
            </a:ext>
            <a:ext uri="{AF507438-7753-43E0-B8FC-AC1667EBCBE1}">
              <a14:hiddenEffects xmlns:a14="http://schemas.microsoft.com/office/drawing/2010/main">
                <a:effectLst>
                  <a:outerShdw dist="17961" dir="2700000" algn="ctr" rotWithShape="0">
                    <a:schemeClr val="bg2">
                      <a:alpha val="50000"/>
                    </a:schemeClr>
                  </a:outerShdw>
                </a:effectLst>
              </a14:hiddenEffects>
            </a:ext>
          </a:extLst>
        </p:spPr>
        <p:txBody>
          <a:bodyPr wrap="square" lIns="36000" tIns="36000" rIns="36000" bIns="36000">
            <a:spAutoFit/>
          </a:bodyPr>
          <a:lstStyle/>
          <a:p>
            <a:pPr algn="r"/>
            <a:r>
              <a:rPr lang="en-US" altLang="ja-JP" sz="1050" dirty="0">
                <a:solidFill>
                  <a:schemeClr val="accent2"/>
                </a:solidFill>
                <a:latin typeface="Verdana" panose="020B0604030504040204" pitchFamily="34" charset="0"/>
                <a:ea typeface="Verdana" panose="020B0604030504040204" pitchFamily="34" charset="0"/>
                <a:cs typeface="Verdana" panose="020B0604030504040204" pitchFamily="34" charset="0"/>
              </a:rPr>
              <a:t>【</a:t>
            </a:r>
            <a:r>
              <a:rPr lang="en-US" altLang="ja-JP" sz="1050" dirty="0"/>
              <a:t>NEC</a:t>
            </a:r>
            <a:r>
              <a:rPr lang="ja-JP" altLang="en-US" sz="1050" dirty="0"/>
              <a:t>グループ外秘</a:t>
            </a:r>
            <a:r>
              <a:rPr lang="en-US" altLang="ja-JP" sz="1050" dirty="0"/>
              <a:t>】</a:t>
            </a:r>
            <a:endParaRPr lang="en-US" altLang="ja-JP" sz="105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2081625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95407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8534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619672" y="374948"/>
            <a:ext cx="7344000" cy="461665"/>
          </a:xfrm>
        </p:spPr>
        <p:txBody>
          <a:bodyPr/>
          <a:lstStyle/>
          <a:p>
            <a:r>
              <a:rPr lang="ja-JP" altLang="en-US" dirty="0"/>
              <a:t>目</a:t>
            </a:r>
            <a:r>
              <a:rPr lang="ja-JP" altLang="en-US" dirty="0" smtClean="0"/>
              <a:t>次</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sz="1600" dirty="0"/>
              <a:t>1.</a:t>
            </a:r>
            <a:r>
              <a:rPr lang="ja-JP" altLang="en-US" sz="1600" dirty="0"/>
              <a:t>　</a:t>
            </a:r>
            <a:r>
              <a:rPr lang="en-US" altLang="ja-JP" sz="1600" dirty="0"/>
              <a:t>MySQL</a:t>
            </a:r>
            <a:r>
              <a:rPr lang="ja-JP" altLang="en-US" sz="1600" dirty="0"/>
              <a:t>クラスタとは</a:t>
            </a:r>
            <a:endParaRPr lang="en-US" altLang="ja-JP" sz="1600" dirty="0"/>
          </a:p>
          <a:p>
            <a:r>
              <a:rPr lang="en-US" altLang="ja-JP" sz="1600" dirty="0"/>
              <a:t>2.</a:t>
            </a:r>
            <a:r>
              <a:rPr lang="ja-JP" altLang="en-US" sz="1600" dirty="0"/>
              <a:t>　主な機能</a:t>
            </a:r>
            <a:endParaRPr lang="en-US" altLang="ja-JP" sz="1600" dirty="0"/>
          </a:p>
          <a:p>
            <a:r>
              <a:rPr lang="en-US" altLang="ja-JP" sz="1600" dirty="0"/>
              <a:t>3.</a:t>
            </a:r>
            <a:r>
              <a:rPr lang="ja-JP" altLang="en-US" sz="1600" dirty="0"/>
              <a:t>　システム要求</a:t>
            </a:r>
            <a:endParaRPr lang="en-US" altLang="ja-JP" sz="1600" dirty="0">
              <a:solidFill>
                <a:srgbClr val="FF0000"/>
              </a:solidFill>
            </a:endParaRPr>
          </a:p>
          <a:p>
            <a:r>
              <a:rPr lang="en-US" altLang="ja-JP" sz="1600" dirty="0"/>
              <a:t>4.</a:t>
            </a:r>
            <a:r>
              <a:rPr lang="ja-JP" altLang="en-US" sz="1600" dirty="0"/>
              <a:t>　バージョン </a:t>
            </a:r>
            <a:r>
              <a:rPr lang="en-US" altLang="ja-JP" sz="1600" dirty="0"/>
              <a:t>7.5 </a:t>
            </a:r>
            <a:r>
              <a:rPr lang="ja-JP" altLang="en-US" sz="1600" dirty="0"/>
              <a:t>の情報</a:t>
            </a:r>
            <a:endParaRPr lang="en-US" altLang="ja-JP" sz="1600" dirty="0">
              <a:solidFill>
                <a:srgbClr val="FF0000"/>
              </a:solidFill>
            </a:endParaRPr>
          </a:p>
          <a:p>
            <a:r>
              <a:rPr lang="en-US" altLang="ja-JP" sz="1600" dirty="0"/>
              <a:t>5.</a:t>
            </a:r>
            <a:r>
              <a:rPr lang="ja-JP" altLang="en-US" sz="1600" dirty="0"/>
              <a:t>　ライセンス情報</a:t>
            </a:r>
            <a:endParaRPr lang="en-US" altLang="ja-JP" sz="1600" dirty="0">
              <a:solidFill>
                <a:srgbClr val="FF0000"/>
              </a:solidFill>
            </a:endParaRPr>
          </a:p>
          <a:p>
            <a:r>
              <a:rPr lang="en-US" altLang="ja-JP" sz="1600" dirty="0"/>
              <a:t>6.</a:t>
            </a:r>
            <a:r>
              <a:rPr lang="ja-JP" altLang="en-US" sz="1600" dirty="0"/>
              <a:t>　アーキテクチャー</a:t>
            </a:r>
            <a:endParaRPr lang="en-US" altLang="ja-JP" sz="1600" dirty="0">
              <a:solidFill>
                <a:srgbClr val="FF0000"/>
              </a:solidFill>
            </a:endParaRPr>
          </a:p>
          <a:p>
            <a:r>
              <a:rPr lang="en-US" altLang="ja-JP" sz="1600" dirty="0"/>
              <a:t>7.</a:t>
            </a:r>
            <a:r>
              <a:rPr lang="ja-JP" altLang="en-US" sz="1600" dirty="0"/>
              <a:t>　</a:t>
            </a:r>
            <a:r>
              <a:rPr lang="ja-JP" altLang="en-US" sz="1600" i="1" dirty="0"/>
              <a:t>コンポーネント</a:t>
            </a:r>
            <a:endParaRPr lang="en-US" altLang="ja-JP" sz="1600" dirty="0"/>
          </a:p>
          <a:p>
            <a:r>
              <a:rPr lang="ja-JP" altLang="en-US" sz="1600" dirty="0"/>
              <a:t>　　■データノード</a:t>
            </a:r>
            <a:endParaRPr lang="en-US" altLang="ja-JP" sz="1600" dirty="0">
              <a:solidFill>
                <a:srgbClr val="FF0000"/>
              </a:solidFill>
            </a:endParaRPr>
          </a:p>
          <a:p>
            <a:r>
              <a:rPr lang="ja-JP" altLang="en-US" sz="1600" dirty="0"/>
              <a:t>　　　□ノードグループ</a:t>
            </a:r>
            <a:endParaRPr lang="en-US" altLang="ja-JP" sz="1600" dirty="0"/>
          </a:p>
          <a:p>
            <a:r>
              <a:rPr lang="ja-JP" altLang="en-US" sz="1600" dirty="0"/>
              <a:t>　　　□パーティション</a:t>
            </a:r>
            <a:endParaRPr lang="en-US" altLang="ja-JP" sz="1600" dirty="0"/>
          </a:p>
          <a:p>
            <a:r>
              <a:rPr lang="ja-JP" altLang="en-US" sz="1600" dirty="0"/>
              <a:t>　　　□レプリカ</a:t>
            </a:r>
            <a:endParaRPr lang="en-US" altLang="ja-JP" sz="1600" dirty="0">
              <a:solidFill>
                <a:srgbClr val="FF0000"/>
              </a:solidFill>
            </a:endParaRPr>
          </a:p>
          <a:p>
            <a:r>
              <a:rPr lang="ja-JP" altLang="en-US" sz="1600" dirty="0"/>
              <a:t>　　■サーバーノード</a:t>
            </a:r>
            <a:endParaRPr lang="en-US" altLang="ja-JP" sz="1600" dirty="0">
              <a:solidFill>
                <a:srgbClr val="FF0000"/>
              </a:solidFill>
            </a:endParaRPr>
          </a:p>
          <a:p>
            <a:r>
              <a:rPr lang="ja-JP" altLang="en-US" sz="1600" dirty="0"/>
              <a:t>　　■管理ノード</a:t>
            </a:r>
            <a:endParaRPr lang="en-US" altLang="ja-JP" sz="1600" dirty="0">
              <a:solidFill>
                <a:srgbClr val="FF0000"/>
              </a:solidFill>
            </a:endParaRPr>
          </a:p>
        </p:txBody>
      </p:sp>
    </p:spTree>
    <p:extLst>
      <p:ext uri="{BB962C8B-B14F-4D97-AF65-F5344CB8AC3E}">
        <p14:creationId xmlns:p14="http://schemas.microsoft.com/office/powerpoint/2010/main" val="18237005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388" y="2989091"/>
            <a:ext cx="8784000" cy="523220"/>
          </a:xfrm>
        </p:spPr>
        <p:txBody>
          <a:bodyPr/>
          <a:lstStyle/>
          <a:p>
            <a:r>
              <a:rPr lang="en-US" altLang="ja-JP" dirty="0"/>
              <a:t>MySQL</a:t>
            </a:r>
            <a:r>
              <a:rPr lang="ja-JP" altLang="en-US" dirty="0"/>
              <a:t>クラスタの調査</a:t>
            </a:r>
            <a:endParaRPr kumimoji="1" lang="ja-JP" altLang="en-US" dirty="0"/>
          </a:p>
        </p:txBody>
      </p:sp>
    </p:spTree>
    <p:extLst>
      <p:ext uri="{BB962C8B-B14F-4D97-AF65-F5344CB8AC3E}">
        <p14:creationId xmlns:p14="http://schemas.microsoft.com/office/powerpoint/2010/main" val="7525401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en-US" altLang="ja-JP" dirty="0"/>
              <a:t>MySQL</a:t>
            </a:r>
            <a:r>
              <a:rPr lang="ja-JP" altLang="en-US" dirty="0"/>
              <a:t>クラスタとは</a:t>
            </a:r>
            <a:endParaRPr kumimoji="1" lang="ja-JP" altLang="en-US" dirty="0"/>
          </a:p>
        </p:txBody>
      </p:sp>
      <p:sp>
        <p:nvSpPr>
          <p:cNvPr id="3" name="コンテンツ プレースホルダー 2"/>
          <p:cNvSpPr>
            <a:spLocks noGrp="1"/>
          </p:cNvSpPr>
          <p:nvPr>
            <p:ph sz="quarter" idx="10"/>
          </p:nvPr>
        </p:nvSpPr>
        <p:spPr/>
        <p:txBody>
          <a:bodyPr>
            <a:noAutofit/>
          </a:bodyPr>
          <a:lstStyle/>
          <a:p>
            <a:r>
              <a:rPr lang="en-US" altLang="ja-JP" sz="1800" dirty="0"/>
              <a:t>MySQL NDB </a:t>
            </a:r>
            <a:r>
              <a:rPr lang="ja-JP" altLang="en-US" sz="1800" dirty="0"/>
              <a:t>クラスタは、分散コンピューティング環境に適合した高可用性、高冗長性の</a:t>
            </a:r>
            <a:r>
              <a:rPr lang="en-US" altLang="ja-JP" sz="1800" dirty="0"/>
              <a:t>MySQL</a:t>
            </a:r>
            <a:r>
              <a:rPr lang="ja-JP" altLang="en-US" sz="1800" dirty="0"/>
              <a:t>バージョンです。</a:t>
            </a:r>
            <a:endParaRPr lang="en-US" altLang="ja-JP" sz="1800" dirty="0"/>
          </a:p>
          <a:p>
            <a:endParaRPr lang="en-US" sz="1800" dirty="0"/>
          </a:p>
          <a:p>
            <a:r>
              <a:rPr lang="en-US" altLang="ja-JP" sz="1800" dirty="0"/>
              <a:t>NDB</a:t>
            </a:r>
            <a:r>
              <a:rPr lang="ja-JP" altLang="en-US" sz="1800" dirty="0"/>
              <a:t>クラスタは、シェアードナッシングシステムでインメモリ・データベースのクラスタリングを可能にする技術です。シェアードナッシングアーキテクチャにより、システムは非常に安価なハードウェアで動作し、ハードウェアまたはソフトウェアに対する特定の要件は最小限に抑えられます。</a:t>
            </a:r>
            <a:endParaRPr lang="en-US" sz="1800" dirty="0"/>
          </a:p>
          <a:p>
            <a:endParaRPr lang="en-US" sz="1800" dirty="0"/>
          </a:p>
          <a:p>
            <a:r>
              <a:rPr lang="en-US" altLang="ja-JP" sz="1800" dirty="0"/>
              <a:t>NDB</a:t>
            </a:r>
            <a:r>
              <a:rPr lang="ja-JP" altLang="en-US" sz="1800" dirty="0"/>
              <a:t>クラスタは、シングルポイント障害を起こさないように設計されています。</a:t>
            </a:r>
            <a:r>
              <a:rPr lang="en-US" sz="1800" dirty="0"/>
              <a:t> </a:t>
            </a:r>
            <a:r>
              <a:rPr lang="ja-JP" altLang="en-US" sz="1800" dirty="0"/>
              <a:t>シェアードナッシングシステムでは、各コンポーネントには独自のメモリとディスクが必要であり、ネットワーク共有、ネットワークファイルシステム、</a:t>
            </a:r>
            <a:r>
              <a:rPr lang="en-US" altLang="ja-JP" sz="1800" dirty="0"/>
              <a:t>SAN</a:t>
            </a:r>
            <a:r>
              <a:rPr lang="ja-JP" altLang="en-US" sz="1800" dirty="0"/>
              <a:t>などの共有ストレージメカニズムの使用はお勧めできません。</a:t>
            </a:r>
            <a:endParaRPr lang="en-US" sz="1800" dirty="0"/>
          </a:p>
          <a:p>
            <a:endParaRPr lang="en-US" sz="1800" dirty="0"/>
          </a:p>
          <a:p>
            <a:r>
              <a:rPr lang="en-US" altLang="ja-JP" sz="1800" dirty="0"/>
              <a:t>NDB</a:t>
            </a:r>
            <a:r>
              <a:rPr lang="ja-JP" altLang="en-US" sz="1800" dirty="0"/>
              <a:t>クラスタは、ホストと呼ばれる一連のコンピュータで構成され、それぞれが</a:t>
            </a:r>
            <a:r>
              <a:rPr lang="en-US" altLang="ja-JP" sz="1800" dirty="0"/>
              <a:t>1</a:t>
            </a:r>
            <a:r>
              <a:rPr lang="ja-JP" altLang="en-US" sz="1800" dirty="0"/>
              <a:t>つ以上のプロセスを実行します。ノードと呼ばれるこれらのプロセスには、</a:t>
            </a:r>
            <a:r>
              <a:rPr lang="en-US" altLang="ja-JP" sz="1800" dirty="0"/>
              <a:t>MySQL</a:t>
            </a:r>
            <a:r>
              <a:rPr lang="ja-JP" altLang="en-US" sz="1800" dirty="0"/>
              <a:t>サーバ（</a:t>
            </a:r>
            <a:r>
              <a:rPr lang="en-US" altLang="ja-JP" sz="1800" dirty="0"/>
              <a:t>NDB</a:t>
            </a:r>
            <a:r>
              <a:rPr lang="ja-JP" altLang="en-US" sz="1800" dirty="0"/>
              <a:t>データへのアクセス用）、データノード（データの格納用）、</a:t>
            </a:r>
            <a:r>
              <a:rPr lang="en-US" altLang="ja-JP" sz="1800" dirty="0"/>
              <a:t>1</a:t>
            </a:r>
            <a:r>
              <a:rPr lang="ja-JP" altLang="en-US" sz="1800" dirty="0"/>
              <a:t>つ以上の管理サーバ、および場合によってはその他の特殊なデータアクセスプログラムが含まれます。</a:t>
            </a:r>
            <a:endParaRPr lang="en-US" sz="1800" dirty="0"/>
          </a:p>
        </p:txBody>
      </p:sp>
    </p:spTree>
    <p:extLst>
      <p:ext uri="{BB962C8B-B14F-4D97-AF65-F5344CB8AC3E}">
        <p14:creationId xmlns:p14="http://schemas.microsoft.com/office/powerpoint/2010/main" val="4527852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主な機能</a:t>
            </a:r>
            <a:endParaRPr kumimoji="1" lang="ja-JP" altLang="en-US" dirty="0"/>
          </a:p>
        </p:txBody>
      </p:sp>
      <p:sp>
        <p:nvSpPr>
          <p:cNvPr id="3" name="コンテンツ プレースホルダー 2"/>
          <p:cNvSpPr>
            <a:spLocks noGrp="1"/>
          </p:cNvSpPr>
          <p:nvPr>
            <p:ph sz="quarter" idx="10"/>
          </p:nvPr>
        </p:nvSpPr>
        <p:spPr/>
        <p:txBody>
          <a:bodyPr>
            <a:normAutofit/>
          </a:bodyPr>
          <a:lstStyle/>
          <a:p>
            <a:pPr>
              <a:buFont typeface="Wingdings" panose="05000000000000000000" pitchFamily="2" charset="2"/>
              <a:buChar char="ü"/>
            </a:pPr>
            <a:r>
              <a:rPr lang="en-US" altLang="ja-JP" sz="1800" dirty="0"/>
              <a:t> ACID</a:t>
            </a:r>
            <a:r>
              <a:rPr lang="ja-JP" altLang="en-US" sz="1800" dirty="0"/>
              <a:t>準拠のトランザクションデータベース</a:t>
            </a:r>
            <a:r>
              <a:rPr lang="en-US" sz="1800" dirty="0"/>
              <a:t>	</a:t>
            </a:r>
          </a:p>
          <a:p>
            <a:pPr>
              <a:buFont typeface="Wingdings" panose="05000000000000000000" pitchFamily="2" charset="2"/>
              <a:buChar char="ü"/>
            </a:pPr>
            <a:r>
              <a:rPr lang="ja-JP" altLang="en-US" sz="1800" dirty="0"/>
              <a:t> 分散型マルチマスターシェアードナッシング設計 </a:t>
            </a:r>
            <a:r>
              <a:rPr lang="en-US" sz="1800" dirty="0"/>
              <a:t>	</a:t>
            </a:r>
          </a:p>
          <a:p>
            <a:pPr>
              <a:buFont typeface="Wingdings" panose="05000000000000000000" pitchFamily="2" charset="2"/>
              <a:buChar char="ü"/>
            </a:pPr>
            <a:r>
              <a:rPr lang="ja-JP" altLang="en-US" sz="1800" dirty="0"/>
              <a:t> インメモリおよびディスクベースのデータストレージ</a:t>
            </a:r>
            <a:r>
              <a:rPr lang="en-US" sz="1800" dirty="0"/>
              <a:t>	</a:t>
            </a:r>
          </a:p>
          <a:p>
            <a:pPr>
              <a:buFont typeface="Wingdings" panose="05000000000000000000" pitchFamily="2" charset="2"/>
              <a:buChar char="ü"/>
            </a:pPr>
            <a:r>
              <a:rPr lang="en-US" altLang="ja-JP" sz="1800" dirty="0"/>
              <a:t> 2</a:t>
            </a:r>
            <a:r>
              <a:rPr lang="ja-JP" altLang="en-US" sz="1800" dirty="0"/>
              <a:t>億の</a:t>
            </a:r>
            <a:r>
              <a:rPr lang="en-US" altLang="ja-JP" sz="1800" dirty="0"/>
              <a:t>NoSQL QPS </a:t>
            </a:r>
            <a:r>
              <a:rPr lang="en-US" sz="1800" dirty="0"/>
              <a:t>	</a:t>
            </a:r>
          </a:p>
          <a:p>
            <a:pPr>
              <a:buFont typeface="Wingdings" panose="05000000000000000000" pitchFamily="2" charset="2"/>
              <a:buChar char="ü"/>
            </a:pPr>
            <a:r>
              <a:rPr lang="ja-JP" altLang="en-US" sz="1800" dirty="0"/>
              <a:t> 適応型クエリのローカリゼーションを使用したクロスシャード</a:t>
            </a:r>
            <a:r>
              <a:rPr lang="en-US" altLang="ja-JP" sz="1800" dirty="0"/>
              <a:t>JOIN</a:t>
            </a:r>
            <a:r>
              <a:rPr lang="en-US" sz="1800" dirty="0"/>
              <a:t>	</a:t>
            </a:r>
          </a:p>
          <a:p>
            <a:pPr>
              <a:buFont typeface="Wingdings" panose="05000000000000000000" pitchFamily="2" charset="2"/>
              <a:buChar char="ü"/>
            </a:pPr>
            <a:r>
              <a:rPr lang="ja-JP" altLang="en-US" sz="1800" dirty="0"/>
              <a:t> 外部キーによる参照整合性</a:t>
            </a:r>
            <a:r>
              <a:rPr lang="en-US" sz="1800" dirty="0"/>
              <a:t>	</a:t>
            </a:r>
          </a:p>
          <a:p>
            <a:pPr>
              <a:buFont typeface="Wingdings" panose="05000000000000000000" pitchFamily="2" charset="2"/>
              <a:buChar char="ü"/>
            </a:pPr>
            <a:r>
              <a:rPr lang="en-US" sz="1800" dirty="0"/>
              <a:t> </a:t>
            </a:r>
            <a:r>
              <a:rPr lang="ja-JP" altLang="en-US" sz="1800" dirty="0"/>
              <a:t>統合されたフェイルオーバーとリカバリを同期＆非同期レプリケーション</a:t>
            </a:r>
            <a:r>
              <a:rPr lang="en-US" sz="1800" dirty="0"/>
              <a:t> </a:t>
            </a:r>
          </a:p>
          <a:p>
            <a:pPr>
              <a:buFont typeface="Wingdings" panose="05000000000000000000" pitchFamily="2" charset="2"/>
              <a:buChar char="ü"/>
            </a:pPr>
            <a:r>
              <a:rPr lang="en-US" sz="1800" dirty="0"/>
              <a:t> </a:t>
            </a:r>
            <a:r>
              <a:rPr lang="ja-JP" altLang="en-US" sz="1800" dirty="0"/>
              <a:t>アクティブ・アクティブ地理レプリケーション </a:t>
            </a:r>
            <a:r>
              <a:rPr lang="en-US" sz="1800" dirty="0"/>
              <a:t>	</a:t>
            </a:r>
          </a:p>
          <a:p>
            <a:pPr>
              <a:buFont typeface="Wingdings" panose="05000000000000000000" pitchFamily="2" charset="2"/>
              <a:buChar char="ü"/>
            </a:pPr>
            <a:r>
              <a:rPr lang="en-US" sz="1800" dirty="0"/>
              <a:t> </a:t>
            </a:r>
            <a:r>
              <a:rPr lang="ja-JP" altLang="en-US" sz="1800" dirty="0"/>
              <a:t>オンラインバックアップ</a:t>
            </a:r>
            <a:r>
              <a:rPr lang="en-US" sz="1800" dirty="0"/>
              <a:t>	</a:t>
            </a:r>
          </a:p>
          <a:p>
            <a:pPr>
              <a:buFont typeface="Wingdings" panose="05000000000000000000" pitchFamily="2" charset="2"/>
              <a:buChar char="ü"/>
            </a:pPr>
            <a:r>
              <a:rPr lang="ja-JP" altLang="en-US" sz="1800" dirty="0"/>
              <a:t> ディスクベースのデータのキャッシュ</a:t>
            </a:r>
            <a:r>
              <a:rPr lang="en-US" sz="1800" dirty="0"/>
              <a:t>	</a:t>
            </a:r>
          </a:p>
          <a:p>
            <a:pPr>
              <a:buFont typeface="Wingdings" panose="05000000000000000000" pitchFamily="2" charset="2"/>
              <a:buChar char="ü"/>
            </a:pPr>
            <a:r>
              <a:rPr lang="ja-JP" altLang="en-US" sz="1800" dirty="0"/>
              <a:t> 設定可能なチェックポイント</a:t>
            </a:r>
            <a:endParaRPr lang="en-US" altLang="ja-JP" sz="1800" dirty="0"/>
          </a:p>
          <a:p>
            <a:pPr>
              <a:buFont typeface="Wingdings" panose="05000000000000000000" pitchFamily="2" charset="2"/>
              <a:buChar char="ü"/>
            </a:pPr>
            <a:r>
              <a:rPr lang="en-US" sz="1800" dirty="0"/>
              <a:t> SQL </a:t>
            </a:r>
            <a:r>
              <a:rPr lang="ja-JP" altLang="en-US" sz="1800" dirty="0"/>
              <a:t>のアクセス</a:t>
            </a:r>
            <a:endParaRPr lang="en-US" altLang="ja-JP" sz="1800" dirty="0"/>
          </a:p>
          <a:p>
            <a:pPr>
              <a:buFont typeface="Wingdings" panose="05000000000000000000" pitchFamily="2" charset="2"/>
              <a:buChar char="ü"/>
            </a:pPr>
            <a:r>
              <a:rPr lang="en-US" sz="1800" dirty="0"/>
              <a:t> NoSQL JavaScript, Java, JPA, C++, </a:t>
            </a:r>
            <a:r>
              <a:rPr lang="en-US" sz="1800" dirty="0" err="1"/>
              <a:t>Memcached</a:t>
            </a:r>
            <a:r>
              <a:rPr lang="en-US" sz="1800" dirty="0"/>
              <a:t> </a:t>
            </a:r>
            <a:r>
              <a:rPr lang="ja-JP" altLang="en-US" sz="1800" dirty="0"/>
              <a:t>や</a:t>
            </a:r>
            <a:r>
              <a:rPr lang="en-US" sz="1800" dirty="0"/>
              <a:t> </a:t>
            </a:r>
            <a:r>
              <a:rPr lang="en-US" sz="1800" dirty="0" err="1"/>
              <a:t>HTTPinterfaces</a:t>
            </a:r>
            <a:endParaRPr lang="en-US" sz="1800" dirty="0"/>
          </a:p>
        </p:txBody>
      </p:sp>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システム要求　（</a:t>
            </a:r>
            <a:r>
              <a:rPr lang="en-US" altLang="ja-JP" dirty="0"/>
              <a:t>1/2)</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a:t>NDB </a:t>
            </a:r>
            <a:r>
              <a:rPr lang="ja-JP" altLang="en-US" sz="1600" dirty="0"/>
              <a:t>クラスタの強みの</a:t>
            </a:r>
            <a:r>
              <a:rPr lang="en-US" altLang="ja-JP" sz="1600" dirty="0"/>
              <a:t>1</a:t>
            </a:r>
            <a:r>
              <a:rPr lang="ja-JP" altLang="en-US" sz="1600" dirty="0"/>
              <a:t>つは、実用的なデータストレージがすべてメモリ上で実行されるため、大量の</a:t>
            </a:r>
            <a:r>
              <a:rPr lang="en-US" altLang="ja-JP" sz="1600" dirty="0"/>
              <a:t>RAM</a:t>
            </a:r>
            <a:r>
              <a:rPr lang="ja-JP" altLang="en-US" sz="1600" dirty="0"/>
              <a:t>以外の一般的なハードウェア上で実行でき、この点で珍しい要件はありません。しかし、ディスクデータテーブルを使用してこの要件を減じることは可能です。</a:t>
            </a:r>
            <a:r>
              <a:rPr lang="en-US" altLang="ja-JP" sz="1600" dirty="0"/>
              <a:t> </a:t>
            </a:r>
          </a:p>
          <a:p>
            <a:endParaRPr lang="en-US" altLang="ja-JP" sz="1600" dirty="0"/>
          </a:p>
          <a:p>
            <a:r>
              <a:rPr lang="en-US" altLang="ja-JP" sz="1600" dirty="0"/>
              <a:t>MySQL</a:t>
            </a:r>
            <a:r>
              <a:rPr lang="ja-JP" altLang="en-US" sz="1600" dirty="0"/>
              <a:t>クラスタのデータノードの提案されるシステム要求</a:t>
            </a:r>
            <a:endParaRPr lang="en-US" altLang="ja-JP" sz="1600" dirty="0"/>
          </a:p>
          <a:p>
            <a:pPr marL="180000" lvl="1" indent="0">
              <a:buNone/>
            </a:pPr>
            <a:r>
              <a:rPr lang="en-US" altLang="ja-JP" sz="1200" dirty="0"/>
              <a:t>• OS: Linux</a:t>
            </a:r>
            <a:r>
              <a:rPr lang="ja-JP" altLang="en-US" sz="1200" dirty="0"/>
              <a:t>、</a:t>
            </a:r>
            <a:r>
              <a:rPr lang="en-US" altLang="ja-JP" sz="1200" dirty="0"/>
              <a:t>Oracle Solaris</a:t>
            </a:r>
            <a:r>
              <a:rPr lang="ja-JP" altLang="en-US" sz="1200" dirty="0"/>
              <a:t>、</a:t>
            </a:r>
            <a:r>
              <a:rPr lang="en-US" altLang="ja-JP" sz="1200" dirty="0"/>
              <a:t>Microsoft Windows</a:t>
            </a:r>
          </a:p>
          <a:p>
            <a:pPr marL="286725" lvl="2" indent="0">
              <a:buNone/>
            </a:pPr>
            <a:r>
              <a:rPr lang="ja-JP" altLang="en-US" sz="1200" dirty="0"/>
              <a:t>　</a:t>
            </a:r>
            <a:r>
              <a:rPr lang="en-US" altLang="ja-JP" sz="1200" dirty="0"/>
              <a:t>※</a:t>
            </a:r>
            <a:r>
              <a:rPr lang="ja-JP" altLang="en-US" sz="1200" dirty="0"/>
              <a:t>「</a:t>
            </a:r>
            <a:r>
              <a:rPr lang="en-US" altLang="ja-JP" sz="1200" dirty="0"/>
              <a:t>Apple OS X</a:t>
            </a:r>
            <a:r>
              <a:rPr lang="ja-JP" altLang="en-US" sz="1200" dirty="0"/>
              <a:t>」は開発用のみ</a:t>
            </a:r>
            <a:endParaRPr lang="en-US" altLang="ja-JP" sz="1200" dirty="0"/>
          </a:p>
          <a:p>
            <a:pPr marL="180000" lvl="1" indent="0">
              <a:buNone/>
            </a:pPr>
            <a:r>
              <a:rPr lang="en-US" altLang="ja-JP" sz="1200" dirty="0"/>
              <a:t>• CPU: Intel</a:t>
            </a:r>
            <a:r>
              <a:rPr lang="ja-JP" altLang="en-US" sz="1200" dirty="0"/>
              <a:t>または</a:t>
            </a:r>
            <a:r>
              <a:rPr lang="en-US" altLang="ja-JP" sz="1200" dirty="0"/>
              <a:t>AMD x86/x86-64</a:t>
            </a:r>
            <a:r>
              <a:rPr lang="ja-JP" altLang="en-US" sz="1200" dirty="0"/>
              <a:t>、</a:t>
            </a:r>
            <a:r>
              <a:rPr lang="en-US" altLang="ja-JP" sz="1200" dirty="0" err="1"/>
              <a:t>UltraSPARC</a:t>
            </a:r>
            <a:endParaRPr lang="en-US" altLang="ja-JP" sz="1200" dirty="0"/>
          </a:p>
          <a:p>
            <a:pPr marL="180000" lvl="1" indent="0">
              <a:buNone/>
            </a:pPr>
            <a:r>
              <a:rPr lang="en-US" altLang="ja-JP" sz="1200" dirty="0"/>
              <a:t>• </a:t>
            </a:r>
            <a:r>
              <a:rPr lang="ja-JP" altLang="en-US" sz="1200" dirty="0"/>
              <a:t>メモリー</a:t>
            </a:r>
            <a:r>
              <a:rPr lang="en-US" altLang="ja-JP" sz="1200" dirty="0"/>
              <a:t>: 16 GB</a:t>
            </a:r>
            <a:r>
              <a:rPr lang="ja-JP" altLang="en-US" sz="1200" dirty="0"/>
              <a:t>以上</a:t>
            </a:r>
            <a:r>
              <a:rPr lang="en-US" altLang="ja-JP" sz="1200" dirty="0"/>
              <a:t> RAM (</a:t>
            </a:r>
            <a:r>
              <a:rPr lang="ja-JP" altLang="en-US" sz="1200" dirty="0"/>
              <a:t>最小は</a:t>
            </a:r>
            <a:r>
              <a:rPr lang="en-US" altLang="ja-JP" sz="1200" dirty="0"/>
              <a:t>1GB)</a:t>
            </a:r>
          </a:p>
          <a:p>
            <a:pPr marL="180000" lvl="1" indent="0">
              <a:buNone/>
            </a:pPr>
            <a:r>
              <a:rPr lang="en-US" altLang="ja-JP" sz="1200" dirty="0"/>
              <a:t>• HDD: 18 GB</a:t>
            </a:r>
            <a:r>
              <a:rPr lang="ja-JP" altLang="en-US" sz="1200" dirty="0"/>
              <a:t>以上</a:t>
            </a:r>
            <a:r>
              <a:rPr lang="en-US" altLang="ja-JP" sz="1200" dirty="0"/>
              <a:t> (</a:t>
            </a:r>
            <a:r>
              <a:rPr lang="ja-JP" altLang="en-US" sz="1200" dirty="0"/>
              <a:t>最小は</a:t>
            </a:r>
            <a:r>
              <a:rPr lang="en-US" altLang="ja-JP" sz="1200" dirty="0"/>
              <a:t>3GB)</a:t>
            </a:r>
          </a:p>
          <a:p>
            <a:pPr marL="180000" lvl="1" indent="0">
              <a:buNone/>
            </a:pPr>
            <a:r>
              <a:rPr lang="en-US" altLang="ja-JP" sz="1200" dirty="0"/>
              <a:t>• </a:t>
            </a:r>
            <a:r>
              <a:rPr lang="ja-JP" altLang="en-US" sz="1200" dirty="0"/>
              <a:t>ネットワーク</a:t>
            </a:r>
            <a:r>
              <a:rPr lang="en-US" altLang="ja-JP" sz="1200" dirty="0"/>
              <a:t>:</a:t>
            </a:r>
            <a:r>
              <a:rPr lang="ja-JP" altLang="en-US" sz="1200" dirty="0"/>
              <a:t>　推奨最低は</a:t>
            </a:r>
            <a:r>
              <a:rPr lang="en-US" altLang="ja-JP" sz="1200" dirty="0"/>
              <a:t>Gigabit Ethernet</a:t>
            </a:r>
          </a:p>
          <a:p>
            <a:pPr marL="0" indent="0">
              <a:buNone/>
            </a:pPr>
            <a:endParaRPr lang="en-US" altLang="ja-JP" sz="1600" dirty="0"/>
          </a:p>
          <a:p>
            <a:pPr marL="0" indent="0">
              <a:buNone/>
            </a:pPr>
            <a:r>
              <a:rPr lang="ja-JP" altLang="en-US" sz="1600" dirty="0"/>
              <a:t>インメモリ</a:t>
            </a:r>
            <a:r>
              <a:rPr lang="en-US" altLang="ja-JP" sz="1600" dirty="0"/>
              <a:t>NDB</a:t>
            </a:r>
            <a:r>
              <a:rPr lang="ja-JP" altLang="en-US" sz="1600" dirty="0"/>
              <a:t>テーブルの場合、データノードあたりの</a:t>
            </a:r>
            <a:r>
              <a:rPr lang="en-US" altLang="ja-JP" sz="1600" dirty="0"/>
              <a:t>RAM</a:t>
            </a:r>
            <a:r>
              <a:rPr lang="ja-JP" altLang="en-US" sz="1600" dirty="0"/>
              <a:t>を取得する式は次のようになります ：</a:t>
            </a:r>
            <a:r>
              <a:rPr lang="en-US" altLang="ja-JP" sz="1600" dirty="0"/>
              <a:t> </a:t>
            </a:r>
          </a:p>
          <a:p>
            <a:pPr marL="0" indent="0">
              <a:buNone/>
            </a:pPr>
            <a:r>
              <a:rPr lang="en-US" altLang="ja-JP" sz="1400" dirty="0"/>
              <a:t>	</a:t>
            </a:r>
            <a:r>
              <a:rPr lang="ja-JP" altLang="en-US" sz="1400" b="1" dirty="0"/>
              <a:t>メモリサイズ　＝（</a:t>
            </a:r>
            <a:r>
              <a:rPr lang="en-US" altLang="ja-JP" sz="1400" b="1" dirty="0"/>
              <a:t>DB</a:t>
            </a:r>
            <a:r>
              <a:rPr lang="ja-JP" altLang="en-US" sz="1400" b="1" dirty="0"/>
              <a:t>サイズ　ｘ　レプリカ数　ｘ　</a:t>
            </a:r>
            <a:r>
              <a:rPr lang="en-US" altLang="ja-JP" sz="1400" b="1" dirty="0"/>
              <a:t>1.1</a:t>
            </a:r>
            <a:r>
              <a:rPr lang="ja-JP" altLang="en-US" sz="1400" b="1" dirty="0"/>
              <a:t>）</a:t>
            </a:r>
            <a:r>
              <a:rPr lang="en-US" altLang="ja-JP" sz="1400" b="1" dirty="0"/>
              <a:t>/</a:t>
            </a:r>
            <a:r>
              <a:rPr lang="ja-JP" altLang="en-US" sz="1400" b="1" dirty="0"/>
              <a:t>　データノード数</a:t>
            </a:r>
            <a:endParaRPr lang="en-US" altLang="ja-JP" sz="1400" b="1" dirty="0"/>
          </a:p>
          <a:p>
            <a:pPr marL="0" indent="0">
              <a:buNone/>
            </a:pPr>
            <a:endParaRPr lang="ja-JP" altLang="en-US" sz="1600" dirty="0"/>
          </a:p>
        </p:txBody>
      </p:sp>
    </p:spTree>
    <p:extLst>
      <p:ext uri="{BB962C8B-B14F-4D97-AF65-F5344CB8AC3E}">
        <p14:creationId xmlns:p14="http://schemas.microsoft.com/office/powerpoint/2010/main" val="15531017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システム要求　（</a:t>
            </a:r>
            <a:r>
              <a:rPr lang="en-US" altLang="ja-JP" dirty="0"/>
              <a:t>2/2)</a:t>
            </a:r>
            <a:endParaRPr kumimoji="1" lang="ja-JP" altLang="en-US" dirty="0"/>
          </a:p>
        </p:txBody>
      </p:sp>
      <p:sp>
        <p:nvSpPr>
          <p:cNvPr id="4" name="Content Placeholder 3"/>
          <p:cNvSpPr>
            <a:spLocks noGrp="1"/>
          </p:cNvSpPr>
          <p:nvPr>
            <p:ph sz="quarter" idx="10"/>
          </p:nvPr>
        </p:nvSpPr>
        <p:spPr/>
        <p:txBody>
          <a:bodyPr numCol="2">
            <a:normAutofit/>
          </a:bodyPr>
          <a:lstStyle/>
          <a:p>
            <a:r>
              <a:rPr lang="ja-JP" altLang="en-US" sz="1600" dirty="0"/>
              <a:t>すべての</a:t>
            </a:r>
            <a:r>
              <a:rPr lang="en-US" altLang="ja-JP" sz="1600" dirty="0"/>
              <a:t>MySQL</a:t>
            </a:r>
            <a:r>
              <a:rPr lang="ja-JP" altLang="en-US" sz="1600" dirty="0"/>
              <a:t>クラスタノード（データノード、</a:t>
            </a:r>
            <a:r>
              <a:rPr lang="en-US" altLang="ja-JP" sz="1600" dirty="0"/>
              <a:t>MySQL</a:t>
            </a:r>
            <a:r>
              <a:rPr lang="ja-JP" altLang="en-US" sz="1600" dirty="0"/>
              <a:t>サーバノード、および管理ノード）は、サポートされている</a:t>
            </a:r>
            <a:r>
              <a:rPr lang="en-US" altLang="ja-JP" sz="1600" dirty="0"/>
              <a:t>Linux</a:t>
            </a:r>
            <a:r>
              <a:rPr lang="ja-JP" altLang="en-US" sz="1600" dirty="0"/>
              <a:t>、</a:t>
            </a:r>
            <a:r>
              <a:rPr lang="en-US" altLang="ja-JP" sz="1600" dirty="0"/>
              <a:t>Windows</a:t>
            </a:r>
            <a:r>
              <a:rPr lang="ja-JP" altLang="en-US" sz="1600" dirty="0"/>
              <a:t>、または</a:t>
            </a:r>
            <a:r>
              <a:rPr lang="en-US" altLang="ja-JP" sz="1600" dirty="0"/>
              <a:t>UNIX</a:t>
            </a:r>
            <a:r>
              <a:rPr lang="ja-JP" altLang="en-US" sz="1600" dirty="0"/>
              <a:t> </a:t>
            </a:r>
            <a:r>
              <a:rPr lang="en-US" altLang="ja-JP" sz="1600" dirty="0"/>
              <a:t>OS</a:t>
            </a:r>
            <a:r>
              <a:rPr lang="ja-JP" altLang="en-US" sz="1600" dirty="0"/>
              <a:t>上で動作する必要があります。</a:t>
            </a:r>
            <a:endParaRPr lang="en-US" sz="1600"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367" y="836613"/>
            <a:ext cx="3681987"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61124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バージョン </a:t>
            </a:r>
            <a:r>
              <a:rPr lang="en-US" altLang="ja-JP" dirty="0"/>
              <a:t>7.5 </a:t>
            </a:r>
            <a:r>
              <a:rPr lang="ja-JP" altLang="en-US" dirty="0"/>
              <a:t>の情報　（</a:t>
            </a:r>
            <a:r>
              <a:rPr lang="en-US" altLang="ja-JP" dirty="0"/>
              <a:t>1/2)</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altLang="ja-JP" sz="1600" dirty="0"/>
              <a:t>MySQL</a:t>
            </a:r>
            <a:r>
              <a:rPr lang="ja-JP" altLang="en-US" sz="1600" dirty="0"/>
              <a:t>クラスタ </a:t>
            </a:r>
            <a:r>
              <a:rPr lang="en-US" altLang="ja-JP" sz="1600" dirty="0"/>
              <a:t>7.5 </a:t>
            </a:r>
            <a:r>
              <a:rPr lang="ja-JP" altLang="en-US" sz="1600" dirty="0"/>
              <a:t>の改善：</a:t>
            </a:r>
            <a:endParaRPr lang="en-US" altLang="ja-JP" sz="1600" dirty="0"/>
          </a:p>
          <a:p>
            <a:endParaRPr lang="en-US" altLang="ja-JP" sz="1600" dirty="0"/>
          </a:p>
          <a:p>
            <a:r>
              <a:rPr lang="en-US" altLang="ja-JP" sz="1600" dirty="0" err="1"/>
              <a:t>ndbinfo</a:t>
            </a:r>
            <a:r>
              <a:rPr lang="ja-JP" altLang="en-US" sz="1600" dirty="0"/>
              <a:t>の機能拡張</a:t>
            </a:r>
            <a:endParaRPr lang="en-US" altLang="ja-JP" sz="1600" dirty="0"/>
          </a:p>
          <a:p>
            <a:r>
              <a:rPr lang="ja-JP" altLang="en-US" sz="1600" dirty="0"/>
              <a:t>デフォルトの行と列のフォーマットの変更</a:t>
            </a:r>
            <a:endParaRPr lang="en-US" altLang="ja-JP" sz="1600" dirty="0"/>
          </a:p>
          <a:p>
            <a:r>
              <a:rPr lang="en-US" altLang="ja-JP" sz="1600" dirty="0" err="1"/>
              <a:t>ndb_binlog_index</a:t>
            </a:r>
            <a:r>
              <a:rPr lang="ja-JP" altLang="en-US" sz="1600" dirty="0"/>
              <a:t>は</a:t>
            </a:r>
            <a:r>
              <a:rPr lang="en-US" altLang="ja-JP" sz="1600" dirty="0" err="1"/>
              <a:t>MyISAM</a:t>
            </a:r>
            <a:r>
              <a:rPr lang="ja-JP" altLang="en-US" sz="1600" dirty="0"/>
              <a:t>に依存しなくなりました</a:t>
            </a:r>
            <a:endParaRPr lang="en-US" altLang="ja-JP" sz="1600" dirty="0"/>
          </a:p>
          <a:p>
            <a:r>
              <a:rPr lang="ja-JP" altLang="en-US" sz="1600" dirty="0"/>
              <a:t>“</a:t>
            </a:r>
            <a:r>
              <a:rPr lang="en-US" altLang="ja-JP" sz="1600" dirty="0"/>
              <a:t>ALTER TABLE</a:t>
            </a:r>
            <a:r>
              <a:rPr lang="ja-JP" altLang="en-US" sz="1600" dirty="0"/>
              <a:t>“の変更</a:t>
            </a:r>
            <a:endParaRPr lang="en-US" altLang="ja-JP" sz="1600" dirty="0"/>
          </a:p>
          <a:p>
            <a:r>
              <a:rPr lang="ja-JP" altLang="en-US" sz="1600" dirty="0"/>
              <a:t>“</a:t>
            </a:r>
            <a:r>
              <a:rPr lang="en-US" altLang="ja-JP" sz="1600" dirty="0" err="1"/>
              <a:t>ExecuteOnComputer</a:t>
            </a:r>
            <a:r>
              <a:rPr lang="ja-JP" altLang="en-US" sz="1600" dirty="0"/>
              <a:t>“パラメータ非推奨</a:t>
            </a:r>
            <a:endParaRPr lang="en-US" altLang="ja-JP" sz="1600" dirty="0"/>
          </a:p>
          <a:p>
            <a:r>
              <a:rPr lang="ja-JP" altLang="en-US" sz="1600" dirty="0"/>
              <a:t>レコードごとの最適化</a:t>
            </a:r>
            <a:endParaRPr lang="en-US" altLang="ja-JP" sz="1600" dirty="0"/>
          </a:p>
          <a:p>
            <a:r>
              <a:rPr lang="ja-JP" altLang="en-US" sz="1600" dirty="0"/>
              <a:t>接続プールノード</a:t>
            </a:r>
            <a:r>
              <a:rPr lang="en-US" altLang="ja-JP" sz="1600" dirty="0"/>
              <a:t>ID</a:t>
            </a:r>
            <a:r>
              <a:rPr lang="ja-JP" altLang="en-US" sz="1600" dirty="0"/>
              <a:t>が追加</a:t>
            </a:r>
            <a:endParaRPr lang="en-US" altLang="ja-JP" sz="1600" dirty="0"/>
          </a:p>
          <a:p>
            <a:r>
              <a:rPr lang="ja-JP" altLang="en-US" sz="1600" dirty="0"/>
              <a:t>“</a:t>
            </a:r>
            <a:r>
              <a:rPr lang="en-US" altLang="ja-JP" sz="1600" dirty="0" err="1"/>
              <a:t>create_old_temporals</a:t>
            </a:r>
            <a:r>
              <a:rPr lang="ja-JP" altLang="en-US" sz="1600" dirty="0"/>
              <a:t>“が削除</a:t>
            </a:r>
            <a:endParaRPr lang="en-US" altLang="ja-JP" sz="1600" dirty="0"/>
          </a:p>
          <a:p>
            <a:r>
              <a:rPr lang="en-US" altLang="ja-JP" sz="1600" dirty="0" err="1"/>
              <a:t>ndb_mgm</a:t>
            </a:r>
            <a:r>
              <a:rPr lang="ja-JP" altLang="en-US" sz="1600" dirty="0"/>
              <a:t>クライアントの“</a:t>
            </a:r>
            <a:r>
              <a:rPr lang="en-US" altLang="ja-JP" sz="1600" dirty="0"/>
              <a:t>PROMPT</a:t>
            </a:r>
            <a:r>
              <a:rPr lang="ja-JP" altLang="en-US" sz="1600" dirty="0"/>
              <a:t>”コマンドが追加</a:t>
            </a:r>
            <a:endParaRPr lang="en-US" altLang="ja-JP" sz="1600" dirty="0"/>
          </a:p>
          <a:p>
            <a:r>
              <a:rPr lang="ja-JP" altLang="en-US" sz="1600" dirty="0"/>
              <a:t>フラグメントあたりの</a:t>
            </a:r>
            <a:r>
              <a:rPr lang="en-US" altLang="ja-JP" sz="1600" dirty="0"/>
              <a:t>FIXED</a:t>
            </a:r>
            <a:r>
              <a:rPr lang="ja-JP" altLang="en-US" sz="1600" dirty="0"/>
              <a:t>列記憶域の増加</a:t>
            </a:r>
            <a:endParaRPr lang="en-US" altLang="ja-JP" sz="1600" dirty="0"/>
          </a:p>
          <a:p>
            <a:r>
              <a:rPr lang="ja-JP" altLang="en-US" sz="1600" dirty="0"/>
              <a:t>廃止されたパラメータが削除</a:t>
            </a:r>
            <a:endParaRPr lang="en-US" altLang="ja-JP" sz="1600" dirty="0"/>
          </a:p>
          <a:p>
            <a:r>
              <a:rPr lang="en-US" altLang="ja-JP" sz="1600" dirty="0"/>
              <a:t>DBTC </a:t>
            </a:r>
            <a:r>
              <a:rPr lang="ja-JP" altLang="en-US" sz="1600" dirty="0"/>
              <a:t>スキャンの改善</a:t>
            </a:r>
            <a:endParaRPr lang="en-US" altLang="ja-JP" sz="1600" dirty="0"/>
          </a:p>
          <a:p>
            <a:r>
              <a:rPr lang="en-US" altLang="ja-JP" sz="1600" dirty="0"/>
              <a:t>JSON </a:t>
            </a:r>
            <a:r>
              <a:rPr lang="ja-JP" altLang="en-US" sz="1600" dirty="0"/>
              <a:t>カラムのサポート</a:t>
            </a:r>
            <a:endParaRPr lang="en-US" altLang="ja-JP" sz="1600" dirty="0"/>
          </a:p>
          <a:p>
            <a:r>
              <a:rPr lang="ja-JP" altLang="en-US" sz="1600" dirty="0"/>
              <a:t>任意のレプリカからの読み取り</a:t>
            </a:r>
            <a:endParaRPr lang="en-US" altLang="ja-JP" sz="1600" dirty="0"/>
          </a:p>
          <a:p>
            <a:r>
              <a:rPr lang="ja-JP" altLang="en-US" sz="1600" dirty="0"/>
              <a:t>ハッシュマップパーティションの断片数を指定は可能</a:t>
            </a:r>
          </a:p>
          <a:p>
            <a:r>
              <a:rPr lang="ja-JP" altLang="en-US" sz="1600" dirty="0"/>
              <a:t>“</a:t>
            </a:r>
            <a:r>
              <a:rPr lang="en-US" altLang="ja-JP" sz="1600" dirty="0" err="1"/>
              <a:t>ThreadConfig</a:t>
            </a:r>
            <a:r>
              <a:rPr lang="ja-JP" altLang="en-US" sz="1600" dirty="0"/>
              <a:t>“の改善</a:t>
            </a:r>
            <a:endParaRPr lang="en-US" altLang="ja-JP" sz="1600" dirty="0"/>
          </a:p>
        </p:txBody>
      </p:sp>
    </p:spTree>
    <p:extLst>
      <p:ext uri="{BB962C8B-B14F-4D97-AF65-F5344CB8AC3E}">
        <p14:creationId xmlns:p14="http://schemas.microsoft.com/office/powerpoint/2010/main" val="3067163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en-US" altLang="ja-JP" dirty="0"/>
              <a:t>MySQL</a:t>
            </a:r>
            <a:r>
              <a:rPr lang="ja-JP" altLang="en-US" dirty="0"/>
              <a:t>クラスタ</a:t>
            </a:r>
            <a:r>
              <a:rPr lang="en-US" dirty="0"/>
              <a:t>:</a:t>
            </a:r>
            <a:r>
              <a:rPr lang="ja-JP" altLang="en-US" dirty="0"/>
              <a:t>バージョン </a:t>
            </a:r>
            <a:r>
              <a:rPr lang="en-US" altLang="ja-JP" dirty="0"/>
              <a:t>7.5 </a:t>
            </a:r>
            <a:r>
              <a:rPr lang="ja-JP" altLang="en-US" dirty="0"/>
              <a:t>の情報　（</a:t>
            </a:r>
            <a:r>
              <a:rPr lang="en-US" altLang="ja-JP" dirty="0"/>
              <a:t>2/2)</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en-US" altLang="ja-JP" sz="1600" dirty="0"/>
              <a:t>16 GB</a:t>
            </a:r>
            <a:r>
              <a:rPr lang="ja-JP" altLang="en-US" sz="1600" dirty="0"/>
              <a:t>以上のパーティションは可能</a:t>
            </a:r>
            <a:endParaRPr lang="en-US" altLang="ja-JP" sz="1600" dirty="0"/>
          </a:p>
          <a:p>
            <a:r>
              <a:rPr lang="en-US" altLang="ja-JP" sz="1600" dirty="0" err="1"/>
              <a:t>ndb_restore</a:t>
            </a:r>
            <a:r>
              <a:rPr lang="ja-JP" altLang="en-US" sz="1600" dirty="0"/>
              <a:t>で</a:t>
            </a:r>
            <a:r>
              <a:rPr lang="en-US" altLang="ja-JP" sz="1600" dirty="0"/>
              <a:t>SQL</a:t>
            </a:r>
            <a:r>
              <a:rPr lang="ja-JP" altLang="en-US" sz="1600" dirty="0"/>
              <a:t>を印刷</a:t>
            </a:r>
            <a:endParaRPr lang="en-US" altLang="ja-JP" sz="1600" dirty="0"/>
          </a:p>
          <a:p>
            <a:r>
              <a:rPr lang="en-US" altLang="ja-JP" sz="1600" dirty="0"/>
              <a:t>RPM</a:t>
            </a:r>
            <a:r>
              <a:rPr lang="ja-JP" altLang="en-US" sz="1600" dirty="0"/>
              <a:t>パッケージの整理</a:t>
            </a:r>
            <a:endParaRPr lang="en-US" altLang="ja-JP" sz="1600" dirty="0"/>
          </a:p>
          <a:p>
            <a:r>
              <a:rPr lang="en-US" altLang="ja-JP" sz="1600" dirty="0"/>
              <a:t>"</a:t>
            </a:r>
            <a:r>
              <a:rPr lang="en-US" altLang="ja-JP" sz="1600" dirty="0" err="1"/>
              <a:t>ndbinfo</a:t>
            </a:r>
            <a:r>
              <a:rPr lang="en-US" altLang="ja-JP" sz="1600" dirty="0"/>
              <a:t>"</a:t>
            </a:r>
            <a:r>
              <a:rPr lang="ja-JP" altLang="en-US" sz="1600" dirty="0"/>
              <a:t>プロセス、 </a:t>
            </a:r>
            <a:r>
              <a:rPr lang="en-US" altLang="ja-JP" sz="1600" dirty="0"/>
              <a:t>"</a:t>
            </a:r>
            <a:r>
              <a:rPr lang="en-US" altLang="ja-JP" sz="1600" dirty="0" err="1"/>
              <a:t>config_nodes</a:t>
            </a:r>
            <a:r>
              <a:rPr lang="en-US" altLang="ja-JP" sz="1600" dirty="0"/>
              <a:t>"</a:t>
            </a:r>
            <a:r>
              <a:rPr lang="ja-JP" altLang="en-US" sz="1600" dirty="0"/>
              <a:t>テーブル</a:t>
            </a:r>
            <a:endParaRPr lang="en-US" altLang="ja-JP" sz="1600" dirty="0"/>
          </a:p>
          <a:p>
            <a:r>
              <a:rPr lang="ja-JP" altLang="en-US" sz="1600" dirty="0"/>
              <a:t>システム名が追</a:t>
            </a:r>
            <a:r>
              <a:rPr lang="ja-JP" altLang="en-US" sz="1600" dirty="0" smtClean="0"/>
              <a:t>加</a:t>
            </a:r>
            <a:endParaRPr lang="en-US" altLang="ja-JP" sz="1600" dirty="0"/>
          </a:p>
        </p:txBody>
      </p:sp>
    </p:spTree>
    <p:extLst>
      <p:ext uri="{BB962C8B-B14F-4D97-AF65-F5344CB8AC3E}">
        <p14:creationId xmlns:p14="http://schemas.microsoft.com/office/powerpoint/2010/main" val="33008585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ライセンス情報</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ja-JP" altLang="en-US" sz="1600" dirty="0"/>
              <a:t>オープンソース版と市販版の両方として入手できます。 コミュニティ（</a:t>
            </a:r>
            <a:r>
              <a:rPr lang="en-US" altLang="ja-JP" sz="1600" dirty="0"/>
              <a:t>OSS</a:t>
            </a:r>
            <a:r>
              <a:rPr lang="ja-JP" altLang="en-US" sz="1600" dirty="0"/>
              <a:t>）版は、フリーソフトウェア</a:t>
            </a:r>
            <a:r>
              <a:rPr lang="en-US" altLang="ja-JP" sz="1600" dirty="0"/>
              <a:t>/</a:t>
            </a:r>
            <a:r>
              <a:rPr lang="ja-JP" altLang="en-US" sz="1600" dirty="0"/>
              <a:t>オープンソースの</a:t>
            </a:r>
            <a:r>
              <a:rPr lang="en-US" altLang="ja-JP" sz="1600" dirty="0"/>
              <a:t>GNU</a:t>
            </a:r>
            <a:r>
              <a:rPr lang="ja-JP" altLang="en-US" sz="1600" dirty="0"/>
              <a:t>劣等一般公衆ライセンス（一般に「</a:t>
            </a:r>
            <a:r>
              <a:rPr lang="en-US" altLang="ja-JP" sz="1600" dirty="0"/>
              <a:t>GPL</a:t>
            </a:r>
            <a:r>
              <a:rPr lang="ja-JP" altLang="en-US" sz="1600" dirty="0"/>
              <a:t>」として知られています）の下で利用できます。</a:t>
            </a:r>
            <a:endParaRPr lang="en-US" altLang="ja-JP" sz="1600" dirty="0"/>
          </a:p>
          <a:p>
            <a:endParaRPr lang="en-US" altLang="ja-JP" sz="1600" dirty="0"/>
          </a:p>
          <a:p>
            <a:r>
              <a:rPr lang="ja-JP" altLang="en-US" sz="1600" dirty="0"/>
              <a:t>コミュニティ版</a:t>
            </a:r>
            <a:endParaRPr lang="en-US" altLang="ja-JP" sz="1600" dirty="0"/>
          </a:p>
          <a:p>
            <a:pPr lvl="1"/>
            <a:r>
              <a:rPr lang="ja-JP" altLang="en-US" sz="1200" b="1" dirty="0"/>
              <a:t>プロダクトライセンス</a:t>
            </a:r>
            <a:r>
              <a:rPr lang="en-US" altLang="ja-JP" sz="1200" b="1" dirty="0"/>
              <a:t> - MySQL NDB </a:t>
            </a:r>
            <a:r>
              <a:rPr lang="ja-JP" altLang="en-US" sz="1200" b="1" dirty="0"/>
              <a:t>クラスタ</a:t>
            </a:r>
            <a:r>
              <a:rPr lang="en-US" altLang="ja-JP" sz="1200" b="1" dirty="0"/>
              <a:t> 7.5 </a:t>
            </a:r>
          </a:p>
          <a:p>
            <a:pPr marL="180000" lvl="1" indent="0">
              <a:buNone/>
            </a:pPr>
            <a:r>
              <a:rPr lang="en-US" altLang="ja-JP" sz="1200" dirty="0"/>
              <a:t>NDBCLUSTER</a:t>
            </a:r>
            <a:r>
              <a:rPr lang="ja-JP" altLang="en-US" sz="1200" dirty="0"/>
              <a:t>ストレージエンジンを使用して、オープンソースの</a:t>
            </a:r>
            <a:r>
              <a:rPr lang="en-US" altLang="ja-JP" sz="1200" dirty="0"/>
              <a:t>MySQL</a:t>
            </a:r>
            <a:r>
              <a:rPr lang="ja-JP" altLang="en-US" sz="1200" dirty="0"/>
              <a:t>データベースのクラスタ化された高可用性バージョンである</a:t>
            </a:r>
            <a:r>
              <a:rPr lang="en-US" altLang="ja-JP" sz="1200" dirty="0"/>
              <a:t>MySQL NDB </a:t>
            </a:r>
            <a:r>
              <a:rPr lang="ja-JP" altLang="en-US" sz="1200" dirty="0"/>
              <a:t>クラスタのリリースです。 疑いを避けるために、このソフトウェアのこの特定のコピーは、</a:t>
            </a:r>
            <a:r>
              <a:rPr lang="en-US" altLang="ja-JP" sz="1200" dirty="0"/>
              <a:t>GNU</a:t>
            </a:r>
            <a:r>
              <a:rPr lang="ja-JP" altLang="en-US" sz="1200" dirty="0"/>
              <a:t>劣等一般公衆ライセンスのバージョン</a:t>
            </a:r>
            <a:r>
              <a:rPr lang="en-US" altLang="ja-JP" sz="1200" dirty="0"/>
              <a:t>2</a:t>
            </a:r>
            <a:r>
              <a:rPr lang="ja-JP" altLang="en-US" sz="1200" dirty="0"/>
              <a:t>でリリースされています。 </a:t>
            </a:r>
            <a:r>
              <a:rPr lang="en-US" altLang="ja-JP" sz="1200" dirty="0"/>
              <a:t>MySQL NDB </a:t>
            </a:r>
            <a:r>
              <a:rPr lang="ja-JP" altLang="en-US" sz="1200" dirty="0"/>
              <a:t>クラスタは、</a:t>
            </a:r>
            <a:r>
              <a:rPr lang="en-US" altLang="ja-JP" sz="1200" dirty="0"/>
              <a:t>Oracle</a:t>
            </a:r>
            <a:r>
              <a:rPr lang="ja-JP" altLang="en-US" sz="1200" dirty="0"/>
              <a:t>の</a:t>
            </a:r>
            <a:r>
              <a:rPr lang="en-US" altLang="ja-JP" sz="1200" dirty="0"/>
              <a:t>MySQL</a:t>
            </a:r>
            <a:r>
              <a:rPr lang="ja-JP" altLang="en-US" sz="1200" dirty="0"/>
              <a:t>チームによって提供されます。</a:t>
            </a:r>
          </a:p>
        </p:txBody>
      </p:sp>
    </p:spTree>
    <p:extLst>
      <p:ext uri="{BB962C8B-B14F-4D97-AF65-F5344CB8AC3E}">
        <p14:creationId xmlns:p14="http://schemas.microsoft.com/office/powerpoint/2010/main" val="42572531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アーキテクチャー　（</a:t>
            </a:r>
            <a:r>
              <a:rPr lang="en-US" altLang="ja-JP" dirty="0"/>
              <a:t>1/2)</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ja-JP" altLang="en-US" sz="1800" dirty="0"/>
              <a:t>アーキテクチャ上、</a:t>
            </a:r>
            <a:r>
              <a:rPr lang="en-US" altLang="ja-JP" sz="1800" dirty="0"/>
              <a:t>MySQL</a:t>
            </a:r>
            <a:r>
              <a:rPr lang="ja-JP" altLang="en-US" sz="1800" dirty="0"/>
              <a:t>クラスタは</a:t>
            </a:r>
            <a:r>
              <a:rPr lang="en-US" altLang="ja-JP" sz="1800" dirty="0"/>
              <a:t>3</a:t>
            </a:r>
            <a:r>
              <a:rPr lang="ja-JP" altLang="en-US" sz="1800" dirty="0"/>
              <a:t>つの異なるノードタイプで構成されています。各ノードタイプは、</a:t>
            </a:r>
            <a:r>
              <a:rPr lang="en-US" altLang="ja-JP" sz="1800" dirty="0"/>
              <a:t>99.999</a:t>
            </a:r>
            <a:r>
              <a:rPr lang="ja-JP" altLang="en-US" sz="1800" dirty="0"/>
              <a:t>％の可用性とリアルタイムのパフォーマンス、および読み取りと書き込みの両方のリニアスケーラビリティを提供する役割を果たします。</a:t>
            </a: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endParaRPr lang="en-US" altLang="ja-JP" sz="1800" dirty="0"/>
          </a:p>
          <a:p>
            <a:pPr marL="0" indent="0">
              <a:buNone/>
            </a:pPr>
            <a:r>
              <a:rPr lang="ja-JP" altLang="en-US" sz="1800" dirty="0"/>
              <a:t>上記の図は、</a:t>
            </a:r>
            <a:r>
              <a:rPr lang="en-US" altLang="ja-JP" sz="1800" dirty="0"/>
              <a:t>6</a:t>
            </a:r>
            <a:r>
              <a:rPr lang="ja-JP" altLang="en-US" sz="1800" dirty="0"/>
              <a:t>つのノードグループに分割された</a:t>
            </a:r>
            <a:r>
              <a:rPr lang="en-US" altLang="ja-JP" sz="1800" dirty="0"/>
              <a:t>12</a:t>
            </a:r>
            <a:r>
              <a:rPr lang="ja-JP" altLang="en-US" sz="1800" dirty="0"/>
              <a:t>個のデータノードで構成される</a:t>
            </a:r>
            <a:r>
              <a:rPr lang="en-US" altLang="ja-JP" sz="1800" dirty="0"/>
              <a:t>MySQL</a:t>
            </a:r>
            <a:r>
              <a:rPr lang="ja-JP" altLang="en-US" sz="1800" dirty="0"/>
              <a:t>クラスタの簡略化されたアーキテクチャ図です。</a:t>
            </a:r>
            <a:endParaRPr lang="en-US" altLang="ja-JP" sz="1800" dirty="0"/>
          </a:p>
        </p:txBody>
      </p:sp>
      <p:pic>
        <p:nvPicPr>
          <p:cNvPr id="4" name="Picture 3"/>
          <p:cNvPicPr>
            <a:picLocks noChangeAspect="1"/>
          </p:cNvPicPr>
          <p:nvPr/>
        </p:nvPicPr>
        <p:blipFill>
          <a:blip r:embed="rId2"/>
          <a:stretch>
            <a:fillRect/>
          </a:stretch>
        </p:blipFill>
        <p:spPr>
          <a:xfrm>
            <a:off x="1698178" y="2250506"/>
            <a:ext cx="5747639" cy="2639797"/>
          </a:xfrm>
          <a:prstGeom prst="rect">
            <a:avLst/>
          </a:prstGeom>
          <a:ln>
            <a:solidFill>
              <a:schemeClr val="tx1"/>
            </a:solidFill>
          </a:ln>
        </p:spPr>
      </p:pic>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アーキテクチャー　（</a:t>
            </a:r>
            <a:r>
              <a:rPr lang="en-US" altLang="ja-JP" dirty="0"/>
              <a:t>2/2)</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altLang="ja-JP" sz="1800" dirty="0"/>
              <a:t>NDB </a:t>
            </a:r>
            <a:r>
              <a:rPr lang="ja-JP" altLang="en-US" sz="1800" dirty="0"/>
              <a:t>クラスタ</a:t>
            </a:r>
            <a:r>
              <a:rPr lang="ja-JP" altLang="en-US" sz="1800" i="1" dirty="0"/>
              <a:t>コンポーネント</a:t>
            </a:r>
            <a:endParaRPr lang="en-US" altLang="ja-JP" sz="1800" dirty="0"/>
          </a:p>
        </p:txBody>
      </p:sp>
      <p:pic>
        <p:nvPicPr>
          <p:cNvPr id="5" name="Picture 4"/>
          <p:cNvPicPr>
            <a:picLocks noChangeAspect="1"/>
          </p:cNvPicPr>
          <p:nvPr/>
        </p:nvPicPr>
        <p:blipFill>
          <a:blip r:embed="rId2"/>
          <a:stretch>
            <a:fillRect/>
          </a:stretch>
        </p:blipFill>
        <p:spPr>
          <a:xfrm>
            <a:off x="1519375" y="1473201"/>
            <a:ext cx="6105250" cy="3952238"/>
          </a:xfrm>
          <a:prstGeom prst="rect">
            <a:avLst/>
          </a:prstGeom>
          <a:ln>
            <a:solidFill>
              <a:schemeClr val="tx1"/>
            </a:solidFill>
          </a:ln>
        </p:spPr>
      </p:pic>
    </p:spTree>
    <p:extLst>
      <p:ext uri="{BB962C8B-B14F-4D97-AF65-F5344CB8AC3E}">
        <p14:creationId xmlns:p14="http://schemas.microsoft.com/office/powerpoint/2010/main" val="17175463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sz="quarter" idx="10"/>
          </p:nvPr>
        </p:nvSpPr>
        <p:spPr/>
        <p:txBody>
          <a:bodyPr>
            <a:normAutofit/>
          </a:bodyPr>
          <a:lstStyle/>
          <a:p>
            <a:pPr marL="0" indent="0">
              <a:buNone/>
            </a:pPr>
            <a:r>
              <a:rPr lang="en-US" sz="1900" b="1" dirty="0"/>
              <a:t>NDB </a:t>
            </a:r>
            <a:r>
              <a:rPr lang="ja-JP" altLang="en-US" sz="1900" b="1" dirty="0"/>
              <a:t>クラスタノード、ノードグループ、レプリカやパーティション</a:t>
            </a:r>
            <a:endParaRPr lang="en-US" sz="1900" b="1" dirty="0"/>
          </a:p>
          <a:p>
            <a:pPr marL="0" indent="0">
              <a:buNone/>
            </a:pPr>
            <a:endParaRPr lang="en-US" altLang="ja-JP" sz="1200" dirty="0"/>
          </a:p>
          <a:p>
            <a:r>
              <a:rPr lang="ja-JP" altLang="en-US" sz="1600" b="1" dirty="0"/>
              <a:t>データノード</a:t>
            </a:r>
            <a:r>
              <a:rPr lang="en-US" sz="1600" b="1" dirty="0"/>
              <a:t>.  </a:t>
            </a:r>
            <a:r>
              <a:rPr lang="en-US" altLang="ja-JP" sz="1600" dirty="0" err="1"/>
              <a:t>ndbd</a:t>
            </a:r>
            <a:r>
              <a:rPr lang="ja-JP" altLang="en-US" sz="1600" dirty="0"/>
              <a:t>または</a:t>
            </a:r>
            <a:r>
              <a:rPr lang="en-US" altLang="ja-JP" sz="1600" dirty="0" err="1"/>
              <a:t>ndbmtd</a:t>
            </a:r>
            <a:r>
              <a:rPr lang="ja-JP" altLang="en-US" sz="1600" dirty="0"/>
              <a:t>プロセスで、</a:t>
            </a:r>
            <a:r>
              <a:rPr lang="en-US" altLang="ja-JP" sz="1600" dirty="0"/>
              <a:t>1</a:t>
            </a:r>
            <a:r>
              <a:rPr lang="ja-JP" altLang="en-US" sz="1600" dirty="0"/>
              <a:t>つ以上のレプリカ、つまりノードがメンバーであるノードグループに割り当てられたパーティションのコピーを格納します。</a:t>
            </a:r>
            <a:endParaRPr lang="en-US" sz="1600" dirty="0"/>
          </a:p>
          <a:p>
            <a:endParaRPr lang="en-US" sz="1200" dirty="0"/>
          </a:p>
          <a:p>
            <a:pPr marL="169863" indent="0">
              <a:buNone/>
            </a:pPr>
            <a:r>
              <a:rPr lang="ja-JP" altLang="en-US" sz="1600" dirty="0"/>
              <a:t>各データノードは別のコンピュータに配置する必要があります。 </a:t>
            </a:r>
            <a:r>
              <a:rPr lang="en-US" altLang="ja-JP" sz="1600" dirty="0"/>
              <a:t>1</a:t>
            </a:r>
            <a:r>
              <a:rPr lang="ja-JP" altLang="en-US" sz="1600" dirty="0"/>
              <a:t>台のコンピュータで複数のデータノードプロセスをホストすることも可能ですが、このような構成は通常は推奨されません。</a:t>
            </a:r>
            <a:endParaRPr lang="en-US" altLang="ja-JP" sz="1600" dirty="0"/>
          </a:p>
          <a:p>
            <a:pPr marL="169863" indent="0">
              <a:buNone/>
            </a:pPr>
            <a:endParaRPr lang="en-US" sz="1200" dirty="0"/>
          </a:p>
          <a:p>
            <a:pPr marL="169863" indent="0">
              <a:buNone/>
            </a:pPr>
            <a:r>
              <a:rPr lang="ja-JP" altLang="en-US" sz="1600" dirty="0"/>
              <a:t>このタイプのノードはクラスタデータを格納します。 レプリカと同じ数のデータノードが存在し、フラグメントの数を掛けます。 たとえば、それぞれ</a:t>
            </a:r>
            <a:r>
              <a:rPr lang="en-US" altLang="ja-JP" sz="1600" dirty="0"/>
              <a:t>2</a:t>
            </a:r>
            <a:r>
              <a:rPr lang="ja-JP" altLang="en-US" sz="1600" dirty="0"/>
              <a:t>つのフラグメントを持つ</a:t>
            </a:r>
            <a:r>
              <a:rPr lang="en-US" altLang="ja-JP" sz="1600" dirty="0"/>
              <a:t>2</a:t>
            </a:r>
            <a:r>
              <a:rPr lang="ja-JP" altLang="en-US" sz="1600" dirty="0"/>
              <a:t>つのレプリカでは、</a:t>
            </a:r>
            <a:r>
              <a:rPr lang="en-US" altLang="ja-JP" sz="1600" dirty="0"/>
              <a:t>4</a:t>
            </a:r>
            <a:r>
              <a:rPr lang="ja-JP" altLang="en-US" sz="1600" dirty="0"/>
              <a:t>つのデータノードが必要です。 </a:t>
            </a:r>
            <a:r>
              <a:rPr lang="en-US" altLang="ja-JP" sz="1600" dirty="0"/>
              <a:t>1</a:t>
            </a:r>
            <a:r>
              <a:rPr lang="ja-JP" altLang="en-US" sz="1600" dirty="0"/>
              <a:t>つのレプリカでデータの保存には十分ですが、冗長性はありません。 したがって、冗長性を提供するために</a:t>
            </a:r>
            <a:r>
              <a:rPr lang="en-US" altLang="ja-JP" sz="1600" dirty="0"/>
              <a:t>2</a:t>
            </a:r>
            <a:r>
              <a:rPr lang="ja-JP" altLang="en-US" sz="1600" dirty="0"/>
              <a:t>つ（またはそれ以上）のレプリカを用意し、高可用性を実現することをお勧めします。</a:t>
            </a:r>
            <a:endParaRPr lang="en-US" altLang="ja-JP" sz="1600" dirty="0"/>
          </a:p>
          <a:p>
            <a:pPr marL="169863" indent="0">
              <a:buNone/>
            </a:pPr>
            <a:endParaRPr lang="en-US" sz="1200" dirty="0"/>
          </a:p>
          <a:p>
            <a:pPr lvl="1"/>
            <a:r>
              <a:rPr lang="ja-JP" altLang="en-US" sz="1200" b="1" dirty="0"/>
              <a:t>ノードグループ</a:t>
            </a:r>
            <a:r>
              <a:rPr lang="en-US" sz="1200" dirty="0"/>
              <a:t>.</a:t>
            </a:r>
            <a:r>
              <a:rPr lang="ja-JP" altLang="en-US" sz="1200" dirty="0"/>
              <a:t>　ノードグループは、</a:t>
            </a:r>
            <a:r>
              <a:rPr lang="en-US" altLang="ja-JP" sz="1200" dirty="0"/>
              <a:t>1</a:t>
            </a:r>
            <a:r>
              <a:rPr lang="ja-JP" altLang="en-US" sz="1200" dirty="0"/>
              <a:t>つまたは複数のノードで構成され、パーティションまたはレプリカのセットを格納します。 </a:t>
            </a:r>
            <a:r>
              <a:rPr lang="en-US" altLang="ja-JP" sz="1200" dirty="0"/>
              <a:t>NDB</a:t>
            </a:r>
            <a:r>
              <a:rPr lang="ja-JP" altLang="en-US" sz="1200" dirty="0"/>
              <a:t>クラスタ内のノードグループの数は直接設定できません。 ここに示すように、データノードの数とレプリカ数（</a:t>
            </a:r>
            <a:r>
              <a:rPr lang="en-US" altLang="ja-JP" sz="1200" dirty="0" err="1"/>
              <a:t>NoOfReplicas</a:t>
            </a:r>
            <a:r>
              <a:rPr lang="ja-JP" altLang="en-US" sz="1200" dirty="0"/>
              <a:t>設定パラメータ）の関数です。</a:t>
            </a:r>
            <a:endParaRPr lang="en-US" sz="1400" dirty="0"/>
          </a:p>
        </p:txBody>
      </p:sp>
      <p:sp>
        <p:nvSpPr>
          <p:cNvPr id="5" name="Rectangle 4"/>
          <p:cNvSpPr/>
          <p:nvPr/>
        </p:nvSpPr>
        <p:spPr bwMode="auto">
          <a:xfrm>
            <a:off x="2044207" y="5934501"/>
            <a:ext cx="5184743" cy="376411"/>
          </a:xfrm>
          <a:prstGeom prst="rect">
            <a:avLst/>
          </a:prstGeom>
          <a:solidFill>
            <a:schemeClr val="bg1">
              <a:lumMod val="50000"/>
              <a:alpha val="20000"/>
            </a:schemeClr>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1" algn="ctr"/>
            <a:r>
              <a:rPr lang="en-US" sz="1400" b="1" dirty="0"/>
              <a:t>[</a:t>
            </a:r>
            <a:r>
              <a:rPr lang="ja-JP" altLang="en-US" sz="1400" b="1" dirty="0"/>
              <a:t>ノードグループ数</a:t>
            </a:r>
            <a:r>
              <a:rPr lang="en-US" sz="1400" b="1" dirty="0"/>
              <a:t>] = [</a:t>
            </a:r>
            <a:r>
              <a:rPr lang="ja-JP" altLang="en-US" sz="1400" b="1" dirty="0"/>
              <a:t>データノード数</a:t>
            </a:r>
            <a:r>
              <a:rPr lang="en-US" sz="1400" b="1" dirty="0"/>
              <a:t>]</a:t>
            </a:r>
            <a:r>
              <a:rPr lang="ja-JP" altLang="en-US" sz="1400" b="1" dirty="0"/>
              <a:t>　</a:t>
            </a:r>
            <a:r>
              <a:rPr lang="en-US" altLang="ja-JP" sz="1400" b="1" dirty="0"/>
              <a:t>/</a:t>
            </a:r>
            <a:r>
              <a:rPr lang="ja-JP" altLang="en-US" sz="1400" b="1" dirty="0"/>
              <a:t>　レプリカ数</a:t>
            </a:r>
            <a:endParaRPr lang="en-US" sz="1400" b="1" dirty="0"/>
          </a:p>
        </p:txBody>
      </p:sp>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en-US" altLang="ja-JP" dirty="0" smtClean="0"/>
              <a:t>1/10)</a:t>
            </a:r>
            <a:endParaRPr kumimoji="1" lang="ja-JP" altLang="en-US" dirty="0"/>
          </a:p>
        </p:txBody>
      </p:sp>
    </p:spTree>
    <p:extLst>
      <p:ext uri="{BB962C8B-B14F-4D97-AF65-F5344CB8AC3E}">
        <p14:creationId xmlns:p14="http://schemas.microsoft.com/office/powerpoint/2010/main" val="25593391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en-US" altLang="ja-JP" dirty="0" smtClean="0"/>
              <a:t>2/10)</a:t>
            </a:r>
            <a:endParaRPr kumimoji="1" lang="ja-JP" altLang="en-US" dirty="0"/>
          </a:p>
        </p:txBody>
      </p:sp>
      <p:sp>
        <p:nvSpPr>
          <p:cNvPr id="3" name="コンテンツ プレースホルダー 2"/>
          <p:cNvSpPr>
            <a:spLocks noGrp="1"/>
          </p:cNvSpPr>
          <p:nvPr>
            <p:ph sz="quarter" idx="10"/>
          </p:nvPr>
        </p:nvSpPr>
        <p:spPr/>
        <p:txBody>
          <a:bodyPr>
            <a:normAutofit/>
          </a:bodyPr>
          <a:lstStyle/>
          <a:p>
            <a:pPr lvl="1">
              <a:buFont typeface="Arial" panose="020B0604020202020204" pitchFamily="34" charset="0"/>
              <a:buChar char="•"/>
            </a:pPr>
            <a:r>
              <a:rPr lang="ja-JP" altLang="en-US" sz="1200" b="1" dirty="0"/>
              <a:t>パーティション</a:t>
            </a:r>
            <a:r>
              <a:rPr lang="en-US" altLang="ja-JP" sz="1200" dirty="0"/>
              <a:t>.</a:t>
            </a:r>
            <a:r>
              <a:rPr lang="ja-JP" altLang="en-US" sz="1200" dirty="0"/>
              <a:t>　クラスタによって保存されるデータの一部です。 各ノードは、クラスタに割り当てられたパーティション（少なくとも</a:t>
            </a:r>
            <a:r>
              <a:rPr lang="en-US" altLang="ja-JP" sz="1200" dirty="0"/>
              <a:t>1</a:t>
            </a:r>
            <a:r>
              <a:rPr lang="ja-JP" altLang="en-US" sz="1200" dirty="0"/>
              <a:t>つのレプリカ）のコピーを少なくとも</a:t>
            </a:r>
            <a:r>
              <a:rPr lang="en-US" altLang="ja-JP" sz="1200" dirty="0"/>
              <a:t>1</a:t>
            </a:r>
            <a:r>
              <a:rPr lang="ja-JP" altLang="en-US" sz="1200" dirty="0"/>
              <a:t>つ保持する必要があります。</a:t>
            </a:r>
            <a:endParaRPr lang="en-US" altLang="ja-JP" sz="1200" dirty="0"/>
          </a:p>
          <a:p>
            <a:pPr lvl="1">
              <a:buFont typeface="Arial" panose="020B0604020202020204" pitchFamily="34" charset="0"/>
              <a:buChar char="•"/>
            </a:pPr>
            <a:endParaRPr lang="en-US" altLang="ja-JP" sz="1200" dirty="0"/>
          </a:p>
          <a:p>
            <a:pPr lvl="1">
              <a:buFont typeface="Arial" panose="020B0604020202020204" pitchFamily="34" charset="0"/>
              <a:buChar char="•"/>
            </a:pPr>
            <a:endParaRPr lang="ja-JP" altLang="en-US" sz="1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688" y="1476442"/>
            <a:ext cx="6778625" cy="360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en-US" altLang="ja-JP" dirty="0" smtClean="0"/>
              <a:t>3/10)</a:t>
            </a:r>
            <a:endParaRPr kumimoji="1" lang="ja-JP" altLang="en-US" dirty="0"/>
          </a:p>
        </p:txBody>
      </p:sp>
      <p:sp>
        <p:nvSpPr>
          <p:cNvPr id="3" name="コンテンツ プレースホルダー 2"/>
          <p:cNvSpPr>
            <a:spLocks noGrp="1"/>
          </p:cNvSpPr>
          <p:nvPr>
            <p:ph sz="quarter" idx="10"/>
          </p:nvPr>
        </p:nvSpPr>
        <p:spPr/>
        <p:txBody>
          <a:bodyPr>
            <a:normAutofit/>
          </a:bodyPr>
          <a:lstStyle/>
          <a:p>
            <a:pPr lvl="1"/>
            <a:r>
              <a:rPr lang="ja-JP" altLang="en-US" sz="1200" b="1" dirty="0"/>
              <a:t>レプリカ</a:t>
            </a:r>
            <a:r>
              <a:rPr lang="en-US" sz="1200" dirty="0"/>
              <a:t>.</a:t>
            </a:r>
            <a:r>
              <a:rPr lang="ja-JP" altLang="en-US" sz="1200" dirty="0"/>
              <a:t>　クラスタパーティションのコピーです。 ノードグループ内の各ノードはレプリカを格納します。 また、パーティションレプリカとも呼ばれます。 複製の数はノードグループあたりのノードの数に等しい。</a:t>
            </a:r>
            <a:endParaRPr lang="en-US" sz="1200" dirty="0"/>
          </a:p>
          <a:p>
            <a:pPr lvl="1"/>
            <a:endParaRPr lang="en-US" sz="1200" dirty="0"/>
          </a:p>
          <a:p>
            <a:pPr marL="339725" lvl="1" indent="0">
              <a:buNone/>
            </a:pPr>
            <a:r>
              <a:rPr lang="ja-JP" altLang="en-US" sz="1200" dirty="0"/>
              <a:t>レプリカの数は、管理ノード内のグローバル構成（</a:t>
            </a:r>
            <a:r>
              <a:rPr lang="en-US" altLang="ja-JP" sz="1200" dirty="0"/>
              <a:t>config.ini</a:t>
            </a:r>
            <a:r>
              <a:rPr lang="ja-JP" altLang="en-US" sz="1200" dirty="0"/>
              <a:t>）ファイルの</a:t>
            </a:r>
            <a:r>
              <a:rPr lang="en-US" altLang="ja-JP" sz="1200" dirty="0" err="1"/>
              <a:t>NoOf</a:t>
            </a:r>
            <a:r>
              <a:rPr lang="en-US" altLang="ja-JP" sz="1200" dirty="0"/>
              <a:t> Replica</a:t>
            </a:r>
            <a:r>
              <a:rPr lang="ja-JP" altLang="en-US" sz="1200" dirty="0"/>
              <a:t>パラメータによって決定されます。</a:t>
            </a:r>
            <a:endParaRPr lang="en-US" altLang="ja-JP" sz="1200" dirty="0"/>
          </a:p>
        </p:txBody>
      </p:sp>
    </p:spTree>
    <p:extLst>
      <p:ext uri="{BB962C8B-B14F-4D97-AF65-F5344CB8AC3E}">
        <p14:creationId xmlns:p14="http://schemas.microsoft.com/office/powerpoint/2010/main" val="6050355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タイトル 1"/>
          <p:cNvSpPr>
            <a:spLocks noGrp="1"/>
          </p:cNvSpPr>
          <p:nvPr>
            <p:ph type="title"/>
          </p:nvPr>
        </p:nvSpPr>
        <p:spPr>
          <a:xfrm>
            <a:off x="179513" y="115200"/>
            <a:ext cx="8784000" cy="468000"/>
          </a:xfrm>
        </p:spPr>
        <p:txBody>
          <a:bodyPr/>
          <a:lstStyle/>
          <a:p>
            <a:r>
              <a:rPr lang="en-US" altLang="ja-JP" dirty="0"/>
              <a:t>MySQL</a:t>
            </a:r>
            <a:r>
              <a:rPr lang="ja-JP" altLang="en-US" dirty="0"/>
              <a:t>クラスタ</a:t>
            </a:r>
            <a:r>
              <a:rPr lang="en-US" dirty="0"/>
              <a:t>:</a:t>
            </a:r>
            <a:r>
              <a:rPr lang="ja-JP" altLang="en-US" dirty="0"/>
              <a:t>コンポーネント 　</a:t>
            </a:r>
            <a:r>
              <a:rPr lang="ja-JP" altLang="en-US" dirty="0" smtClean="0"/>
              <a:t>（</a:t>
            </a:r>
            <a:r>
              <a:rPr lang="en-US" altLang="ja-JP" dirty="0"/>
              <a:t>4</a:t>
            </a:r>
            <a:r>
              <a:rPr lang="en-US" altLang="ja-JP" dirty="0" smtClean="0"/>
              <a:t>/10)</a:t>
            </a:r>
            <a:endParaRPr kumimoji="1" lang="ja-JP" altLang="en-US" dirty="0"/>
          </a:p>
        </p:txBody>
      </p:sp>
      <p:sp>
        <p:nvSpPr>
          <p:cNvPr id="40" name="コンテンツ プレースホルダー 2"/>
          <p:cNvSpPr>
            <a:spLocks noGrp="1"/>
          </p:cNvSpPr>
          <p:nvPr>
            <p:ph sz="quarter" idx="10"/>
          </p:nvPr>
        </p:nvSpPr>
        <p:spPr>
          <a:xfrm>
            <a:off x="179512" y="836712"/>
            <a:ext cx="8784976" cy="5616476"/>
          </a:xfrm>
        </p:spPr>
        <p:txBody>
          <a:bodyPr>
            <a:normAutofit/>
          </a:bodyPr>
          <a:lstStyle/>
          <a:p>
            <a:pPr marL="0" indent="0">
              <a:buNone/>
            </a:pPr>
            <a:r>
              <a:rPr lang="en-US" sz="1800" dirty="0" err="1" smtClean="0"/>
              <a:t>NoOfReplicas</a:t>
            </a:r>
            <a:r>
              <a:rPr lang="en-US" sz="1800" dirty="0" smtClean="0"/>
              <a:t>=1 </a:t>
            </a:r>
            <a:r>
              <a:rPr lang="en-US" sz="1800" dirty="0"/>
              <a:t>(</a:t>
            </a:r>
            <a:r>
              <a:rPr lang="en-US" sz="1800" dirty="0" smtClean="0"/>
              <a:t>2</a:t>
            </a:r>
            <a:r>
              <a:rPr lang="ja-JP" altLang="en-US" sz="1800" dirty="0" smtClean="0"/>
              <a:t>つ</a:t>
            </a:r>
            <a:r>
              <a:rPr lang="en-US" sz="1800" dirty="0" smtClean="0"/>
              <a:t> </a:t>
            </a:r>
            <a:r>
              <a:rPr lang="en-US" sz="1800" dirty="0" err="1"/>
              <a:t>nbd</a:t>
            </a:r>
            <a:r>
              <a:rPr lang="en-US" sz="1800" dirty="0"/>
              <a:t> </a:t>
            </a:r>
            <a:r>
              <a:rPr lang="ja-JP" altLang="en-US" sz="1800" dirty="0" smtClean="0"/>
              <a:t>ノード</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41" name="Rectangle 40"/>
          <p:cNvSpPr/>
          <p:nvPr/>
        </p:nvSpPr>
        <p:spPr>
          <a:xfrm>
            <a:off x="7145671" y="1371599"/>
            <a:ext cx="1447800" cy="2590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dirty="0" smtClean="0"/>
              <a:t>ノード</a:t>
            </a:r>
            <a:endParaRPr lang="en-US" altLang="ja-JP" dirty="0" smtClean="0"/>
          </a:p>
          <a:p>
            <a:pPr algn="ctr"/>
            <a:r>
              <a:rPr lang="ja-JP" altLang="en-US" dirty="0" smtClean="0"/>
              <a:t>グループ</a:t>
            </a:r>
            <a:r>
              <a:rPr lang="en-US" dirty="0" smtClean="0"/>
              <a:t>#1</a:t>
            </a:r>
            <a:endParaRPr lang="en-US" dirty="0"/>
          </a:p>
        </p:txBody>
      </p:sp>
      <p:sp>
        <p:nvSpPr>
          <p:cNvPr id="42" name="Rectangle 41"/>
          <p:cNvSpPr/>
          <p:nvPr/>
        </p:nvSpPr>
        <p:spPr>
          <a:xfrm>
            <a:off x="5257800" y="1371599"/>
            <a:ext cx="1447800" cy="2590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dirty="0"/>
              <a:t>ノード</a:t>
            </a:r>
            <a:endParaRPr lang="en-US" altLang="ja-JP" dirty="0"/>
          </a:p>
          <a:p>
            <a:pPr algn="ctr"/>
            <a:r>
              <a:rPr lang="ja-JP" altLang="en-US" dirty="0"/>
              <a:t>グループ</a:t>
            </a:r>
            <a:r>
              <a:rPr lang="en-US" dirty="0" smtClean="0"/>
              <a:t>#0</a:t>
            </a:r>
            <a:endParaRPr lang="en-US" dirty="0"/>
          </a:p>
        </p:txBody>
      </p:sp>
      <p:sp>
        <p:nvSpPr>
          <p:cNvPr id="43" name="Rectangle 42"/>
          <p:cNvSpPr/>
          <p:nvPr/>
        </p:nvSpPr>
        <p:spPr>
          <a:xfrm>
            <a:off x="5357102" y="1524000"/>
            <a:ext cx="1214938" cy="181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r>
              <a:rPr lang="en-US" dirty="0" err="1" smtClean="0"/>
              <a:t>ndb</a:t>
            </a:r>
            <a:r>
              <a:rPr lang="en-US" dirty="0" smtClean="0"/>
              <a:t> </a:t>
            </a:r>
          </a:p>
          <a:p>
            <a:pPr algn="ctr"/>
            <a:r>
              <a:rPr lang="ja-JP" altLang="en-US" dirty="0" smtClean="0"/>
              <a:t>ノード</a:t>
            </a:r>
            <a:endParaRPr lang="en-US" dirty="0"/>
          </a:p>
        </p:txBody>
      </p:sp>
      <p:sp>
        <p:nvSpPr>
          <p:cNvPr id="44" name="Rectangle 43"/>
          <p:cNvSpPr/>
          <p:nvPr/>
        </p:nvSpPr>
        <p:spPr>
          <a:xfrm>
            <a:off x="7262102" y="1524000"/>
            <a:ext cx="1214938" cy="18148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r>
              <a:rPr lang="en-US" dirty="0" err="1" smtClean="0"/>
              <a:t>ndb</a:t>
            </a:r>
            <a:r>
              <a:rPr lang="en-US" dirty="0" smtClean="0"/>
              <a:t> </a:t>
            </a:r>
          </a:p>
          <a:p>
            <a:pPr algn="ctr"/>
            <a:r>
              <a:rPr lang="ja-JP" altLang="en-US" dirty="0" smtClean="0"/>
              <a:t>ノード</a:t>
            </a:r>
            <a:endParaRPr lang="en-US" dirty="0"/>
          </a:p>
        </p:txBody>
      </p:sp>
      <p:sp>
        <p:nvSpPr>
          <p:cNvPr id="45" name="Rectangle 44"/>
          <p:cNvSpPr/>
          <p:nvPr/>
        </p:nvSpPr>
        <p:spPr>
          <a:xfrm>
            <a:off x="504264" y="1371599"/>
            <a:ext cx="4498660" cy="159231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err="1">
                <a:solidFill>
                  <a:sysClr val="windowText" lastClr="000000"/>
                </a:solidFill>
                <a:latin typeface="Courier New" panose="02070309020205020404" pitchFamily="49" charset="0"/>
                <a:cs typeface="Courier New" panose="02070309020205020404" pitchFamily="49" charset="0"/>
              </a:rPr>
              <a:t>my.cnf</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1</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p:txBody>
      </p:sp>
      <p:sp>
        <p:nvSpPr>
          <p:cNvPr id="46" name="Rectangle 45"/>
          <p:cNvSpPr/>
          <p:nvPr/>
        </p:nvSpPr>
        <p:spPr>
          <a:xfrm>
            <a:off x="504264" y="3076096"/>
            <a:ext cx="4498660" cy="2803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a:t>
            </a:r>
            <a:r>
              <a:rPr lang="en-US" sz="900" dirty="0">
                <a:solidFill>
                  <a:sysClr val="windowText" lastClr="000000"/>
                </a:solidFill>
                <a:latin typeface="Courier New" panose="02070309020205020404" pitchFamily="49" charset="0"/>
                <a:cs typeface="Courier New" panose="02070309020205020404" pitchFamily="49" charset="0"/>
              </a:rPr>
              <a:t>root@mgm-node-01 ~]# </a:t>
            </a:r>
            <a:r>
              <a:rPr lang="en-US" sz="900" dirty="0" err="1">
                <a:solidFill>
                  <a:sysClr val="windowText" lastClr="000000"/>
                </a:solidFill>
                <a:latin typeface="Courier New" panose="02070309020205020404" pitchFamily="49" charset="0"/>
                <a:cs typeface="Courier New" panose="02070309020205020404" pitchFamily="49" charset="0"/>
              </a:rPr>
              <a:t>ndb_mgm</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 NDB Cluster -- Management Client --</a:t>
            </a: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 show</a:t>
            </a:r>
          </a:p>
          <a:p>
            <a:r>
              <a:rPr lang="en-US" sz="900" dirty="0">
                <a:solidFill>
                  <a:sysClr val="windowText" lastClr="000000"/>
                </a:solidFill>
                <a:latin typeface="Courier New" panose="02070309020205020404" pitchFamily="49" charset="0"/>
                <a:cs typeface="Courier New" panose="02070309020205020404" pitchFamily="49" charset="0"/>
              </a:rPr>
              <a:t>Connected 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a:t>
            </a:r>
            <a:r>
              <a:rPr lang="en-US" sz="900" dirty="0" smtClean="0">
                <a:solidFill>
                  <a:sysClr val="windowText" lastClr="000000"/>
                </a:solidFill>
                <a:latin typeface="Courier New" panose="02070309020205020404" pitchFamily="49" charset="0"/>
                <a:cs typeface="Courier New" panose="02070309020205020404" pitchFamily="49" charset="0"/>
              </a:rPr>
              <a:t>2 </a:t>
            </a:r>
            <a:r>
              <a:rPr lang="en-US" sz="900" dirty="0">
                <a:solidFill>
                  <a:sysClr val="windowText" lastClr="000000"/>
                </a:solidFill>
                <a:latin typeface="Courier New" panose="02070309020205020404" pitchFamily="49" charset="0"/>
                <a:cs typeface="Courier New" panose="02070309020205020404" pitchFamily="49" charset="0"/>
              </a:rPr>
              <a:t>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r>
              <a:rPr lang="en-US" sz="900" dirty="0" smtClean="0">
                <a:solidFill>
                  <a:sysClr val="windowText" lastClr="000000"/>
                </a:solidFill>
                <a:latin typeface="Courier New" panose="02070309020205020404" pitchFamily="49" charset="0"/>
                <a:cs typeface="Courier New" panose="02070309020205020404" pitchFamily="49" charset="0"/>
              </a:rPr>
              <a:t>)</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ndb_mgmd</a:t>
            </a:r>
            <a:r>
              <a:rPr lang="en-US" sz="900" dirty="0">
                <a:solidFill>
                  <a:sysClr val="windowText" lastClr="000000"/>
                </a:solidFill>
                <a:latin typeface="Courier New" panose="02070309020205020404" pitchFamily="49" charset="0"/>
                <a:cs typeface="Courier New" panose="02070309020205020404" pitchFamily="49" charset="0"/>
              </a:rPr>
              <a:t>(MGM)] 1 node(s)</a:t>
            </a:r>
          </a:p>
          <a:p>
            <a:r>
              <a:rPr lang="en-US" sz="900" dirty="0">
                <a:solidFill>
                  <a:sysClr val="windowText" lastClr="000000"/>
                </a:solidFill>
                <a:latin typeface="Courier New" panose="02070309020205020404" pitchFamily="49" charset="0"/>
                <a:cs typeface="Courier New" panose="02070309020205020404" pitchFamily="49" charset="0"/>
              </a:rPr>
              <a:t>id=1    @192.168.50.51  (mysql-5.7.18 ndb-7.5.6)</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mysqld</a:t>
            </a:r>
            <a:r>
              <a:rPr lang="en-US" sz="900" dirty="0">
                <a:solidFill>
                  <a:sysClr val="windowText" lastClr="000000"/>
                </a:solidFill>
                <a:latin typeface="Courier New" panose="02070309020205020404" pitchFamily="49" charset="0"/>
                <a:cs typeface="Courier New" panose="02070309020205020404" pitchFamily="49" charset="0"/>
              </a:rPr>
              <a:t>(API)]   2 node(s)</a:t>
            </a:r>
          </a:p>
          <a:p>
            <a:r>
              <a:rPr lang="en-US" sz="900" dirty="0">
                <a:solidFill>
                  <a:sysClr val="windowText" lastClr="000000"/>
                </a:solidFill>
                <a:latin typeface="Courier New" panose="02070309020205020404" pitchFamily="49" charset="0"/>
                <a:cs typeface="Courier New" panose="02070309020205020404" pitchFamily="49" charset="0"/>
              </a:rPr>
              <a:t>id=50 (not connected, accepting connect from 192.168.50.53)</a:t>
            </a:r>
          </a:p>
          <a:p>
            <a:r>
              <a:rPr lang="en-US" sz="900" dirty="0">
                <a:solidFill>
                  <a:sysClr val="windowText" lastClr="000000"/>
                </a:solidFill>
                <a:latin typeface="Courier New" panose="02070309020205020404" pitchFamily="49" charset="0"/>
                <a:cs typeface="Courier New" panose="02070309020205020404" pitchFamily="49" charset="0"/>
              </a:rPr>
              <a:t>id=51 (not connected, accepting connect from 192.168.50.54)</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47" name="Rectangle 46"/>
          <p:cNvSpPr/>
          <p:nvPr/>
        </p:nvSpPr>
        <p:spPr bwMode="auto">
          <a:xfrm>
            <a:off x="5475890" y="1639614"/>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48" name="Rectangle 47"/>
          <p:cNvSpPr/>
          <p:nvPr/>
        </p:nvSpPr>
        <p:spPr bwMode="auto">
          <a:xfrm>
            <a:off x="7396605" y="1639614"/>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Tree>
    <p:extLst>
      <p:ext uri="{BB962C8B-B14F-4D97-AF65-F5344CB8AC3E}">
        <p14:creationId xmlns:p14="http://schemas.microsoft.com/office/powerpoint/2010/main" val="498346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ja-JP" altLang="en-US" dirty="0" smtClean="0"/>
              <a:t>（</a:t>
            </a:r>
            <a:r>
              <a:rPr lang="en-US" altLang="ja-JP" dirty="0"/>
              <a:t>5</a:t>
            </a:r>
            <a:r>
              <a:rPr lang="en-US" altLang="ja-JP" dirty="0" smtClean="0"/>
              <a:t>/10)</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a:t>NoOfReplicas</a:t>
            </a:r>
            <a:r>
              <a:rPr lang="en-US" sz="1800" dirty="0"/>
              <a:t>=2 (2</a:t>
            </a:r>
            <a:r>
              <a:rPr lang="ja-JP" altLang="en-US" sz="1800" dirty="0"/>
              <a:t>つ</a:t>
            </a:r>
            <a:r>
              <a:rPr lang="en-US" sz="1800" dirty="0"/>
              <a:t> </a:t>
            </a:r>
            <a:r>
              <a:rPr lang="en-US" sz="1800" dirty="0" err="1"/>
              <a:t>nbd</a:t>
            </a:r>
            <a:r>
              <a:rPr lang="en-US" sz="1800" dirty="0"/>
              <a:t> </a:t>
            </a:r>
            <a:r>
              <a:rPr lang="ja-JP" altLang="en-US" sz="1800" dirty="0"/>
              <a:t>ノード</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4" name="Rectangle 3"/>
          <p:cNvSpPr/>
          <p:nvPr/>
        </p:nvSpPr>
        <p:spPr>
          <a:xfrm>
            <a:off x="5257800" y="1363717"/>
            <a:ext cx="3320511" cy="2590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dirty="0" smtClean="0"/>
              <a:t>ノードグループ</a:t>
            </a:r>
            <a:r>
              <a:rPr lang="en-US" dirty="0" smtClean="0"/>
              <a:t> #0</a:t>
            </a:r>
            <a:endParaRPr lang="en-US" dirty="0"/>
          </a:p>
        </p:txBody>
      </p:sp>
      <p:sp>
        <p:nvSpPr>
          <p:cNvPr id="5" name="Rectangle 4"/>
          <p:cNvSpPr/>
          <p:nvPr/>
        </p:nvSpPr>
        <p:spPr>
          <a:xfrm>
            <a:off x="5357103" y="1470463"/>
            <a:ext cx="1214938" cy="187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smtClean="0"/>
          </a:p>
          <a:p>
            <a:pPr algn="ctr"/>
            <a:endParaRPr lang="en-US" dirty="0"/>
          </a:p>
          <a:p>
            <a:pPr algn="ctr"/>
            <a:endParaRPr lang="en-US" dirty="0" smtClean="0"/>
          </a:p>
          <a:p>
            <a:pPr algn="ctr"/>
            <a:r>
              <a:rPr lang="en-US" dirty="0" err="1" smtClean="0"/>
              <a:t>ndb</a:t>
            </a:r>
            <a:endParaRPr lang="en-US" dirty="0"/>
          </a:p>
          <a:p>
            <a:pPr algn="ctr"/>
            <a:r>
              <a:rPr lang="ja-JP" altLang="en-US" dirty="0" smtClean="0"/>
              <a:t>ノード</a:t>
            </a:r>
            <a:endParaRPr lang="en-US" dirty="0"/>
          </a:p>
        </p:txBody>
      </p:sp>
      <p:sp>
        <p:nvSpPr>
          <p:cNvPr id="6" name="Rectangle 5"/>
          <p:cNvSpPr/>
          <p:nvPr/>
        </p:nvSpPr>
        <p:spPr>
          <a:xfrm>
            <a:off x="7262103" y="1460938"/>
            <a:ext cx="1214938" cy="1870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smtClean="0"/>
          </a:p>
          <a:p>
            <a:pPr algn="ctr"/>
            <a:endParaRPr lang="en-US" dirty="0"/>
          </a:p>
          <a:p>
            <a:pPr algn="ctr"/>
            <a:endParaRPr lang="en-US" dirty="0" smtClean="0"/>
          </a:p>
          <a:p>
            <a:pPr algn="ctr"/>
            <a:r>
              <a:rPr lang="en-US" dirty="0" err="1" smtClean="0"/>
              <a:t>ndb</a:t>
            </a:r>
            <a:r>
              <a:rPr lang="en-US" dirty="0" smtClean="0"/>
              <a:t> </a:t>
            </a:r>
          </a:p>
          <a:p>
            <a:pPr algn="ctr"/>
            <a:r>
              <a:rPr lang="ja-JP" altLang="en-US" dirty="0" smtClean="0"/>
              <a:t>ノ</a:t>
            </a:r>
            <a:r>
              <a:rPr lang="ja-JP" altLang="en-US" dirty="0"/>
              <a:t>ード</a:t>
            </a:r>
            <a:endParaRPr lang="en-US" dirty="0"/>
          </a:p>
        </p:txBody>
      </p:sp>
      <p:sp>
        <p:nvSpPr>
          <p:cNvPr id="7" name="Rectangle 6"/>
          <p:cNvSpPr/>
          <p:nvPr/>
        </p:nvSpPr>
        <p:spPr>
          <a:xfrm>
            <a:off x="504264" y="1363717"/>
            <a:ext cx="4435597" cy="173683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err="1">
                <a:solidFill>
                  <a:sysClr val="windowText" lastClr="000000"/>
                </a:solidFill>
                <a:latin typeface="Courier New" panose="02070309020205020404" pitchFamily="49" charset="0"/>
                <a:cs typeface="Courier New" panose="02070309020205020404" pitchFamily="49" charset="0"/>
              </a:rPr>
              <a:t>my.cnf</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2</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p:txBody>
      </p:sp>
      <p:sp>
        <p:nvSpPr>
          <p:cNvPr id="8" name="Rectangle 7"/>
          <p:cNvSpPr/>
          <p:nvPr/>
        </p:nvSpPr>
        <p:spPr>
          <a:xfrm>
            <a:off x="504264" y="3231931"/>
            <a:ext cx="4435597" cy="283253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a:t>
            </a:r>
            <a:r>
              <a:rPr lang="en-US" sz="900" dirty="0">
                <a:solidFill>
                  <a:sysClr val="windowText" lastClr="000000"/>
                </a:solidFill>
                <a:latin typeface="Courier New" panose="02070309020205020404" pitchFamily="49" charset="0"/>
                <a:cs typeface="Courier New" panose="02070309020205020404" pitchFamily="49" charset="0"/>
              </a:rPr>
              <a:t>root@mgm-node-01 ~]# </a:t>
            </a:r>
            <a:r>
              <a:rPr lang="en-US" sz="900" dirty="0" err="1">
                <a:solidFill>
                  <a:sysClr val="windowText" lastClr="000000"/>
                </a:solidFill>
                <a:latin typeface="Courier New" panose="02070309020205020404" pitchFamily="49" charset="0"/>
                <a:cs typeface="Courier New" panose="02070309020205020404" pitchFamily="49" charset="0"/>
              </a:rPr>
              <a:t>ndb_mgm</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 NDB Cluster -- Management Client --</a:t>
            </a: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 show</a:t>
            </a:r>
          </a:p>
          <a:p>
            <a:r>
              <a:rPr lang="en-US" sz="900" dirty="0">
                <a:solidFill>
                  <a:sysClr val="windowText" lastClr="000000"/>
                </a:solidFill>
                <a:latin typeface="Courier New" panose="02070309020205020404" pitchFamily="49" charset="0"/>
                <a:cs typeface="Courier New" panose="02070309020205020404" pitchFamily="49" charset="0"/>
              </a:rPr>
              <a:t>Connected 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a:t>
            </a:r>
            <a:r>
              <a:rPr lang="en-US" sz="900" dirty="0" smtClean="0">
                <a:solidFill>
                  <a:sysClr val="windowText" lastClr="000000"/>
                </a:solidFill>
                <a:latin typeface="Courier New" panose="02070309020205020404" pitchFamily="49" charset="0"/>
                <a:cs typeface="Courier New" panose="02070309020205020404" pitchFamily="49" charset="0"/>
              </a:rPr>
              <a:t>2 </a:t>
            </a:r>
            <a:r>
              <a:rPr lang="en-US" sz="900" dirty="0">
                <a:solidFill>
                  <a:sysClr val="windowText" lastClr="000000"/>
                </a:solidFill>
                <a:latin typeface="Courier New" panose="02070309020205020404" pitchFamily="49" charset="0"/>
                <a:cs typeface="Courier New" panose="02070309020205020404" pitchFamily="49" charset="0"/>
              </a:rPr>
              <a:t>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ndb_mgmd</a:t>
            </a:r>
            <a:r>
              <a:rPr lang="en-US" sz="900" dirty="0">
                <a:solidFill>
                  <a:sysClr val="windowText" lastClr="000000"/>
                </a:solidFill>
                <a:latin typeface="Courier New" panose="02070309020205020404" pitchFamily="49" charset="0"/>
                <a:cs typeface="Courier New" panose="02070309020205020404" pitchFamily="49" charset="0"/>
              </a:rPr>
              <a:t>(MGM)] 1 node(s)</a:t>
            </a:r>
          </a:p>
          <a:p>
            <a:r>
              <a:rPr lang="en-US" sz="900" dirty="0">
                <a:solidFill>
                  <a:sysClr val="windowText" lastClr="000000"/>
                </a:solidFill>
                <a:latin typeface="Courier New" panose="02070309020205020404" pitchFamily="49" charset="0"/>
                <a:cs typeface="Courier New" panose="02070309020205020404" pitchFamily="49" charset="0"/>
              </a:rPr>
              <a:t>id=1    @192.168.50.51  (mysql-5.7.18 ndb-7.5.6)</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mysqld</a:t>
            </a:r>
            <a:r>
              <a:rPr lang="en-US" sz="900" dirty="0">
                <a:solidFill>
                  <a:sysClr val="windowText" lastClr="000000"/>
                </a:solidFill>
                <a:latin typeface="Courier New" panose="02070309020205020404" pitchFamily="49" charset="0"/>
                <a:cs typeface="Courier New" panose="02070309020205020404" pitchFamily="49" charset="0"/>
              </a:rPr>
              <a:t>(API)]   2 node(s)</a:t>
            </a:r>
          </a:p>
          <a:p>
            <a:r>
              <a:rPr lang="en-US" sz="900" dirty="0">
                <a:solidFill>
                  <a:sysClr val="windowText" lastClr="000000"/>
                </a:solidFill>
                <a:latin typeface="Courier New" panose="02070309020205020404" pitchFamily="49" charset="0"/>
                <a:cs typeface="Courier New" panose="02070309020205020404" pitchFamily="49" charset="0"/>
              </a:rPr>
              <a:t>id=50 (not connected, accepting connect from 192.168.50.53)</a:t>
            </a:r>
          </a:p>
          <a:p>
            <a:r>
              <a:rPr lang="en-US" sz="900" dirty="0">
                <a:solidFill>
                  <a:sysClr val="windowText" lastClr="000000"/>
                </a:solidFill>
                <a:latin typeface="Courier New" panose="02070309020205020404" pitchFamily="49" charset="0"/>
                <a:cs typeface="Courier New" panose="02070309020205020404" pitchFamily="49" charset="0"/>
              </a:rPr>
              <a:t>id=51 (not connected, accepting connect from 192.168.50.54)</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9" name="Rectangle 8"/>
          <p:cNvSpPr/>
          <p:nvPr/>
        </p:nvSpPr>
        <p:spPr bwMode="auto">
          <a:xfrm>
            <a:off x="5475890" y="1576553"/>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10" name="Rectangle 9"/>
          <p:cNvSpPr/>
          <p:nvPr/>
        </p:nvSpPr>
        <p:spPr bwMode="auto">
          <a:xfrm>
            <a:off x="7396605" y="1576553"/>
            <a:ext cx="945931" cy="45194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
        <p:nvSpPr>
          <p:cNvPr id="11" name="Rectangle 10"/>
          <p:cNvSpPr/>
          <p:nvPr/>
        </p:nvSpPr>
        <p:spPr bwMode="auto">
          <a:xfrm>
            <a:off x="5475890" y="2169982"/>
            <a:ext cx="945931" cy="45194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P1</a:t>
            </a:r>
            <a:endParaRPr kumimoji="1" lang="en-US" b="1" dirty="0">
              <a:solidFill>
                <a:schemeClr val="bg1"/>
              </a:solidFill>
              <a:latin typeface="+mj-ea"/>
              <a:ea typeface="+mj-ea"/>
            </a:endParaRPr>
          </a:p>
        </p:txBody>
      </p:sp>
      <p:sp>
        <p:nvSpPr>
          <p:cNvPr id="12" name="Rectangle 11"/>
          <p:cNvSpPr/>
          <p:nvPr/>
        </p:nvSpPr>
        <p:spPr bwMode="auto">
          <a:xfrm>
            <a:off x="7396605" y="2169982"/>
            <a:ext cx="945931" cy="45194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P0</a:t>
            </a:r>
            <a:endParaRPr kumimoji="1" lang="en-US" b="1" dirty="0">
              <a:solidFill>
                <a:schemeClr val="bg1"/>
              </a:solidFill>
              <a:latin typeface="+mj-ea"/>
              <a:ea typeface="+mj-ea"/>
            </a:endParaRPr>
          </a:p>
        </p:txBody>
      </p:sp>
    </p:spTree>
    <p:extLst>
      <p:ext uri="{BB962C8B-B14F-4D97-AF65-F5344CB8AC3E}">
        <p14:creationId xmlns:p14="http://schemas.microsoft.com/office/powerpoint/2010/main" val="4687246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ja-JP" altLang="en-US" dirty="0" smtClean="0"/>
              <a:t>（</a:t>
            </a:r>
            <a:r>
              <a:rPr lang="en-US" altLang="ja-JP" dirty="0"/>
              <a:t>6</a:t>
            </a:r>
            <a:r>
              <a:rPr lang="en-US" altLang="ja-JP" dirty="0" smtClean="0"/>
              <a:t>/10)</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smtClean="0"/>
              <a:t>NoOfReplicas</a:t>
            </a:r>
            <a:r>
              <a:rPr lang="en-US" sz="1800" dirty="0" smtClean="0"/>
              <a:t>=1 (4</a:t>
            </a:r>
            <a:r>
              <a:rPr lang="ja-JP" altLang="en-US" sz="1800" dirty="0" smtClean="0"/>
              <a:t>つ</a:t>
            </a:r>
            <a:r>
              <a:rPr lang="en-US" sz="1800" dirty="0" smtClean="0"/>
              <a:t> </a:t>
            </a:r>
            <a:r>
              <a:rPr lang="en-US" sz="1800" dirty="0" err="1"/>
              <a:t>nbd</a:t>
            </a:r>
            <a:r>
              <a:rPr lang="en-US" sz="1800" dirty="0"/>
              <a:t> </a:t>
            </a:r>
            <a:r>
              <a:rPr lang="ja-JP" altLang="en-US" sz="1800" dirty="0"/>
              <a:t>ノード</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14" name="Rectangle 13"/>
          <p:cNvSpPr/>
          <p:nvPr/>
        </p:nvSpPr>
        <p:spPr>
          <a:xfrm>
            <a:off x="5181600" y="1270439"/>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sz="1700" dirty="0"/>
              <a:t>ノー</a:t>
            </a:r>
            <a:r>
              <a:rPr lang="ja-JP" altLang="en-US" sz="1700" dirty="0" smtClean="0"/>
              <a:t>ド</a:t>
            </a:r>
            <a:endParaRPr lang="en-US" altLang="ja-JP" sz="1700" dirty="0" smtClean="0"/>
          </a:p>
          <a:p>
            <a:pPr algn="ctr"/>
            <a:r>
              <a:rPr lang="ja-JP" altLang="en-US" sz="1700" dirty="0" smtClean="0"/>
              <a:t>グループ</a:t>
            </a:r>
            <a:r>
              <a:rPr lang="en-US" sz="1700" dirty="0" smtClean="0"/>
              <a:t>#0</a:t>
            </a:r>
            <a:endParaRPr lang="en-US" sz="1700" dirty="0"/>
          </a:p>
        </p:txBody>
      </p:sp>
      <p:sp>
        <p:nvSpPr>
          <p:cNvPr id="15" name="Rectangle 14"/>
          <p:cNvSpPr/>
          <p:nvPr/>
        </p:nvSpPr>
        <p:spPr>
          <a:xfrm>
            <a:off x="7081822" y="3647090"/>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sz="1700" dirty="0"/>
              <a:t>ノード</a:t>
            </a:r>
            <a:endParaRPr lang="en-US" altLang="ja-JP" sz="1700" dirty="0"/>
          </a:p>
          <a:p>
            <a:pPr algn="ctr"/>
            <a:r>
              <a:rPr lang="ja-JP" altLang="en-US" sz="1700" dirty="0"/>
              <a:t>グル</a:t>
            </a:r>
            <a:r>
              <a:rPr lang="ja-JP" altLang="en-US" sz="1700" dirty="0" smtClean="0"/>
              <a:t>ープ</a:t>
            </a:r>
            <a:r>
              <a:rPr lang="en-US" sz="1700" dirty="0" smtClean="0"/>
              <a:t>#3</a:t>
            </a:r>
            <a:endParaRPr lang="en-US" sz="1700" dirty="0"/>
          </a:p>
        </p:txBody>
      </p:sp>
      <p:sp>
        <p:nvSpPr>
          <p:cNvPr id="16" name="Rectangle 15"/>
          <p:cNvSpPr/>
          <p:nvPr/>
        </p:nvSpPr>
        <p:spPr>
          <a:xfrm>
            <a:off x="5181600" y="3647090"/>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sz="1700" dirty="0"/>
              <a:t>ノード</a:t>
            </a:r>
            <a:endParaRPr lang="en-US" altLang="ja-JP" sz="1700" dirty="0"/>
          </a:p>
          <a:p>
            <a:pPr algn="ctr"/>
            <a:r>
              <a:rPr lang="ja-JP" altLang="en-US" sz="1700" dirty="0"/>
              <a:t>グルー</a:t>
            </a:r>
            <a:r>
              <a:rPr lang="ja-JP" altLang="en-US" sz="1700" dirty="0" smtClean="0"/>
              <a:t>プ</a:t>
            </a:r>
            <a:r>
              <a:rPr lang="en-US" sz="1700" dirty="0" smtClean="0"/>
              <a:t>#2</a:t>
            </a:r>
            <a:endParaRPr lang="en-US" sz="1700" dirty="0"/>
          </a:p>
        </p:txBody>
      </p:sp>
      <p:sp>
        <p:nvSpPr>
          <p:cNvPr id="17" name="Rectangle 16"/>
          <p:cNvSpPr/>
          <p:nvPr/>
        </p:nvSpPr>
        <p:spPr>
          <a:xfrm>
            <a:off x="7087265" y="1305327"/>
            <a:ext cx="1368669" cy="22195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sz="1700" dirty="0"/>
              <a:t>ノード</a:t>
            </a:r>
            <a:endParaRPr lang="en-US" altLang="ja-JP" sz="1700" dirty="0"/>
          </a:p>
          <a:p>
            <a:pPr algn="ctr"/>
            <a:r>
              <a:rPr lang="ja-JP" altLang="en-US" sz="1700" dirty="0"/>
              <a:t>グループ</a:t>
            </a:r>
            <a:r>
              <a:rPr lang="en-US" sz="1700" dirty="0" smtClean="0"/>
              <a:t>#1</a:t>
            </a:r>
            <a:endParaRPr lang="en-US" sz="1700" dirty="0"/>
          </a:p>
        </p:txBody>
      </p:sp>
      <p:sp>
        <p:nvSpPr>
          <p:cNvPr id="18" name="Rectangle 17"/>
          <p:cNvSpPr/>
          <p:nvPr/>
        </p:nvSpPr>
        <p:spPr>
          <a:xfrm>
            <a:off x="5259131" y="1411821"/>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r>
              <a:rPr lang="en-US" dirty="0" smtClean="0"/>
              <a:t> </a:t>
            </a:r>
          </a:p>
          <a:p>
            <a:pPr algn="ctr"/>
            <a:r>
              <a:rPr lang="ja-JP" altLang="en-US" dirty="0" smtClean="0"/>
              <a:t>ノード</a:t>
            </a:r>
            <a:endParaRPr lang="en-US" dirty="0"/>
          </a:p>
        </p:txBody>
      </p:sp>
      <p:sp>
        <p:nvSpPr>
          <p:cNvPr id="19" name="Rectangle 18"/>
          <p:cNvSpPr/>
          <p:nvPr/>
        </p:nvSpPr>
        <p:spPr>
          <a:xfrm>
            <a:off x="7164131" y="1411821"/>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a:t>n</a:t>
            </a:r>
            <a:r>
              <a:rPr lang="en-US" dirty="0" err="1" smtClean="0"/>
              <a:t>db</a:t>
            </a:r>
            <a:endParaRPr lang="en-US" dirty="0" smtClean="0"/>
          </a:p>
          <a:p>
            <a:pPr algn="ctr"/>
            <a:r>
              <a:rPr lang="ja-JP" altLang="en-US" dirty="0" smtClean="0"/>
              <a:t>ノ</a:t>
            </a:r>
            <a:r>
              <a:rPr lang="ja-JP" altLang="en-US" dirty="0"/>
              <a:t>ード</a:t>
            </a:r>
            <a:endParaRPr lang="en-US" dirty="0"/>
          </a:p>
        </p:txBody>
      </p:sp>
      <p:sp>
        <p:nvSpPr>
          <p:cNvPr id="20" name="Rectangle 19"/>
          <p:cNvSpPr/>
          <p:nvPr/>
        </p:nvSpPr>
        <p:spPr>
          <a:xfrm>
            <a:off x="5259131" y="3753583"/>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endParaRPr lang="en-US" dirty="0" smtClean="0"/>
          </a:p>
          <a:p>
            <a:pPr algn="ctr"/>
            <a:r>
              <a:rPr lang="ja-JP" altLang="en-US" dirty="0" smtClean="0"/>
              <a:t>ノ</a:t>
            </a:r>
            <a:r>
              <a:rPr lang="ja-JP" altLang="en-US" dirty="0"/>
              <a:t>ード</a:t>
            </a:r>
            <a:endParaRPr lang="en-US" dirty="0"/>
          </a:p>
          <a:p>
            <a:pPr algn="ctr"/>
            <a:endParaRPr lang="en-US" dirty="0"/>
          </a:p>
        </p:txBody>
      </p:sp>
      <p:sp>
        <p:nvSpPr>
          <p:cNvPr id="21" name="Rectangle 20"/>
          <p:cNvSpPr/>
          <p:nvPr/>
        </p:nvSpPr>
        <p:spPr>
          <a:xfrm>
            <a:off x="7158688" y="3753583"/>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a:t>n</a:t>
            </a:r>
            <a:r>
              <a:rPr lang="en-US" dirty="0" err="1" smtClean="0"/>
              <a:t>db</a:t>
            </a:r>
            <a:endParaRPr lang="en-US" dirty="0" smtClean="0"/>
          </a:p>
          <a:p>
            <a:pPr algn="ctr"/>
            <a:r>
              <a:rPr lang="ja-JP" altLang="en-US" dirty="0" smtClean="0"/>
              <a:t>ノ</a:t>
            </a:r>
            <a:r>
              <a:rPr lang="ja-JP" altLang="en-US" dirty="0"/>
              <a:t>ード</a:t>
            </a:r>
            <a:endParaRPr lang="en-US" dirty="0"/>
          </a:p>
          <a:p>
            <a:pPr algn="ctr"/>
            <a:endParaRPr lang="en-US" dirty="0"/>
          </a:p>
        </p:txBody>
      </p:sp>
      <p:sp>
        <p:nvSpPr>
          <p:cNvPr id="22" name="Rectangle 21"/>
          <p:cNvSpPr/>
          <p:nvPr/>
        </p:nvSpPr>
        <p:spPr>
          <a:xfrm>
            <a:off x="504263" y="1270439"/>
            <a:ext cx="4498661" cy="22859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dirty="0" smtClean="0">
                <a:solidFill>
                  <a:sysClr val="windowText" lastClr="000000"/>
                </a:solidFill>
                <a:latin typeface="Courier New" panose="02070309020205020404" pitchFamily="49" charset="0"/>
                <a:cs typeface="Courier New" panose="02070309020205020404" pitchFamily="49" charset="0"/>
              </a:rPr>
              <a:t># </a:t>
            </a:r>
            <a:r>
              <a:rPr lang="en-US" sz="900" dirty="0" err="1" smtClean="0">
                <a:solidFill>
                  <a:sysClr val="windowText" lastClr="000000"/>
                </a:solidFill>
                <a:latin typeface="Courier New" panose="02070309020205020404" pitchFamily="49" charset="0"/>
                <a:cs typeface="Courier New" panose="02070309020205020404" pitchFamily="49" charset="0"/>
              </a:rPr>
              <a:t>my.cnf</a:t>
            </a:r>
            <a:endParaRPr lang="en-US" sz="900" dirty="0" smtClean="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pPr algn="l"/>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1</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a:p>
            <a:pPr algn="l"/>
            <a:endParaRPr lang="en-US" sz="900" dirty="0" smtClean="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smtClean="0">
                <a:solidFill>
                  <a:sysClr val="windowText" lastClr="000000"/>
                </a:solidFill>
                <a:latin typeface="Courier New" panose="02070309020205020404" pitchFamily="49" charset="0"/>
                <a:cs typeface="Courier New" panose="02070309020205020404" pitchFamily="49" charset="0"/>
              </a:rPr>
              <a:t>HostName</a:t>
            </a:r>
            <a:r>
              <a:rPr lang="en-US" sz="900" dirty="0" smtClean="0">
                <a:solidFill>
                  <a:sysClr val="windowText" lastClr="000000"/>
                </a:solidFill>
                <a:latin typeface="Courier New" panose="02070309020205020404" pitchFamily="49" charset="0"/>
                <a:cs typeface="Courier New" panose="02070309020205020404" pitchFamily="49" charset="0"/>
              </a:rPr>
              <a:t>= ndbd_12</a:t>
            </a:r>
            <a:endParaRPr lang="en-US" sz="900" dirty="0">
              <a:solidFill>
                <a:sysClr val="windowText" lastClr="000000"/>
              </a:solidFill>
              <a:latin typeface="Courier New" panose="02070309020205020404" pitchFamily="49" charset="0"/>
              <a:cs typeface="Courier New" panose="02070309020205020404" pitchFamily="49" charset="0"/>
            </a:endParaRP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ndbd_13</a:t>
            </a:r>
          </a:p>
        </p:txBody>
      </p:sp>
      <p:sp>
        <p:nvSpPr>
          <p:cNvPr id="23" name="Rectangle 22"/>
          <p:cNvSpPr/>
          <p:nvPr/>
        </p:nvSpPr>
        <p:spPr>
          <a:xfrm>
            <a:off x="504266" y="3647090"/>
            <a:ext cx="4498658" cy="263809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a:t>
            </a:r>
            <a:r>
              <a:rPr lang="en-US" sz="900" dirty="0">
                <a:solidFill>
                  <a:sysClr val="windowText" lastClr="000000"/>
                </a:solidFill>
                <a:latin typeface="Courier New" panose="02070309020205020404" pitchFamily="49" charset="0"/>
                <a:cs typeface="Courier New" panose="02070309020205020404" pitchFamily="49" charset="0"/>
              </a:rPr>
              <a:t>root@mgm-node-01 ~]# </a:t>
            </a:r>
            <a:r>
              <a:rPr lang="en-US" sz="900" dirty="0" err="1">
                <a:solidFill>
                  <a:sysClr val="windowText" lastClr="000000"/>
                </a:solidFill>
                <a:latin typeface="Courier New" panose="02070309020205020404" pitchFamily="49" charset="0"/>
                <a:cs typeface="Courier New" panose="02070309020205020404" pitchFamily="49" charset="0"/>
              </a:rPr>
              <a:t>ndb_mgm</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Connected 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4 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p>
          <a:p>
            <a:r>
              <a:rPr lang="en-US" sz="900" dirty="0">
                <a:solidFill>
                  <a:sysClr val="windowText" lastClr="000000"/>
                </a:solidFill>
                <a:latin typeface="Courier New" panose="02070309020205020404" pitchFamily="49" charset="0"/>
                <a:cs typeface="Courier New" panose="02070309020205020404" pitchFamily="49" charset="0"/>
              </a:rPr>
              <a:t>id=12   @192.168.50.59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2)</a:t>
            </a:r>
          </a:p>
          <a:p>
            <a:r>
              <a:rPr lang="en-US" sz="900" dirty="0">
                <a:solidFill>
                  <a:sysClr val="windowText" lastClr="000000"/>
                </a:solidFill>
                <a:latin typeface="Courier New" panose="02070309020205020404" pitchFamily="49" charset="0"/>
                <a:cs typeface="Courier New" panose="02070309020205020404" pitchFamily="49" charset="0"/>
              </a:rPr>
              <a:t>id=13   @192.168.50.60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3)</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24" name="Rectangle 23"/>
          <p:cNvSpPr/>
          <p:nvPr/>
        </p:nvSpPr>
        <p:spPr bwMode="auto">
          <a:xfrm>
            <a:off x="5392968" y="1504437"/>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25" name="Rectangle 24"/>
          <p:cNvSpPr/>
          <p:nvPr/>
        </p:nvSpPr>
        <p:spPr bwMode="auto">
          <a:xfrm>
            <a:off x="7313683" y="1504437"/>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
        <p:nvSpPr>
          <p:cNvPr id="28" name="Rectangle 27"/>
          <p:cNvSpPr/>
          <p:nvPr/>
        </p:nvSpPr>
        <p:spPr bwMode="auto">
          <a:xfrm>
            <a:off x="5392968" y="3848244"/>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P2</a:t>
            </a:r>
            <a:endParaRPr kumimoji="1" lang="en-US" b="1" dirty="0">
              <a:latin typeface="+mj-ea"/>
              <a:ea typeface="+mj-ea"/>
            </a:endParaRPr>
          </a:p>
        </p:txBody>
      </p:sp>
      <p:sp>
        <p:nvSpPr>
          <p:cNvPr id="29" name="Rectangle 28"/>
          <p:cNvSpPr/>
          <p:nvPr/>
        </p:nvSpPr>
        <p:spPr bwMode="auto">
          <a:xfrm>
            <a:off x="7313683" y="3848244"/>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P3</a:t>
            </a:r>
            <a:endParaRPr kumimoji="1" lang="en-US" b="1" dirty="0">
              <a:latin typeface="+mj-ea"/>
              <a:ea typeface="+mj-ea"/>
            </a:endParaRPr>
          </a:p>
        </p:txBody>
      </p:sp>
    </p:spTree>
    <p:extLst>
      <p:ext uri="{BB962C8B-B14F-4D97-AF65-F5344CB8AC3E}">
        <p14:creationId xmlns:p14="http://schemas.microsoft.com/office/powerpoint/2010/main" val="21655438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ja-JP" altLang="en-US" dirty="0" smtClean="0"/>
              <a:t>（</a:t>
            </a:r>
            <a:r>
              <a:rPr lang="en-US" altLang="ja-JP" dirty="0"/>
              <a:t>7</a:t>
            </a:r>
            <a:r>
              <a:rPr lang="en-US" altLang="ja-JP" dirty="0" smtClean="0"/>
              <a:t>/10)</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a:t>NoOfReplicas</a:t>
            </a:r>
            <a:r>
              <a:rPr lang="en-US" sz="1800" dirty="0"/>
              <a:t>=2 </a:t>
            </a:r>
            <a:r>
              <a:rPr lang="en-US" sz="1800" dirty="0" smtClean="0"/>
              <a:t>(4</a:t>
            </a:r>
            <a:r>
              <a:rPr lang="ja-JP" altLang="en-US" sz="1800" dirty="0" smtClean="0"/>
              <a:t>つ</a:t>
            </a:r>
            <a:r>
              <a:rPr lang="en-US" sz="1800" dirty="0" smtClean="0"/>
              <a:t> </a:t>
            </a:r>
            <a:r>
              <a:rPr lang="en-US" sz="1800" dirty="0" err="1"/>
              <a:t>nbd</a:t>
            </a:r>
            <a:r>
              <a:rPr lang="en-US" sz="1800" dirty="0"/>
              <a:t> </a:t>
            </a:r>
            <a:r>
              <a:rPr lang="ja-JP" altLang="en-US" sz="1800" dirty="0"/>
              <a:t>ノード</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4" name="Rectangle 3"/>
          <p:cNvSpPr/>
          <p:nvPr/>
        </p:nvSpPr>
        <p:spPr>
          <a:xfrm>
            <a:off x="5181600" y="3623947"/>
            <a:ext cx="3320511" cy="200222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dirty="0"/>
              <a:t>ノードグルー</a:t>
            </a:r>
            <a:r>
              <a:rPr lang="ja-JP" altLang="en-US" dirty="0" smtClean="0"/>
              <a:t>プ </a:t>
            </a:r>
            <a:r>
              <a:rPr lang="en-US" dirty="0" smtClean="0"/>
              <a:t>#1</a:t>
            </a:r>
            <a:endParaRPr lang="en-US" dirty="0"/>
          </a:p>
        </p:txBody>
      </p:sp>
      <p:sp>
        <p:nvSpPr>
          <p:cNvPr id="5" name="Rectangle 4"/>
          <p:cNvSpPr/>
          <p:nvPr/>
        </p:nvSpPr>
        <p:spPr>
          <a:xfrm>
            <a:off x="5181600" y="1257300"/>
            <a:ext cx="3320511" cy="200222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dirty="0"/>
              <a:t>ノー</a:t>
            </a:r>
            <a:r>
              <a:rPr lang="ja-JP" altLang="en-US" dirty="0" smtClean="0"/>
              <a:t>ドグ</a:t>
            </a:r>
            <a:r>
              <a:rPr lang="ja-JP" altLang="en-US" dirty="0"/>
              <a:t>ループ</a:t>
            </a:r>
            <a:r>
              <a:rPr lang="en-US" dirty="0" smtClean="0"/>
              <a:t>#0</a:t>
            </a:r>
            <a:endParaRPr lang="en-US" dirty="0"/>
          </a:p>
        </p:txBody>
      </p:sp>
      <p:sp>
        <p:nvSpPr>
          <p:cNvPr id="6" name="Rectangle 5"/>
          <p:cNvSpPr/>
          <p:nvPr/>
        </p:nvSpPr>
        <p:spPr>
          <a:xfrm>
            <a:off x="5314311" y="1313792"/>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a:t>n</a:t>
            </a:r>
            <a:r>
              <a:rPr lang="en-US" dirty="0" err="1" smtClean="0"/>
              <a:t>db</a:t>
            </a:r>
            <a:endParaRPr lang="en-US" dirty="0" smtClean="0"/>
          </a:p>
          <a:p>
            <a:pPr algn="ctr"/>
            <a:r>
              <a:rPr lang="ja-JP" altLang="en-US" dirty="0" smtClean="0"/>
              <a:t>ノー</a:t>
            </a:r>
            <a:r>
              <a:rPr lang="ja-JP" altLang="en-US" dirty="0"/>
              <a:t>ド</a:t>
            </a:r>
            <a:endParaRPr lang="en-US" dirty="0"/>
          </a:p>
        </p:txBody>
      </p:sp>
      <p:sp>
        <p:nvSpPr>
          <p:cNvPr id="7" name="Rectangle 6"/>
          <p:cNvSpPr/>
          <p:nvPr/>
        </p:nvSpPr>
        <p:spPr>
          <a:xfrm>
            <a:off x="7164131" y="1313792"/>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endParaRPr lang="en-US" dirty="0" smtClean="0"/>
          </a:p>
          <a:p>
            <a:pPr algn="ctr"/>
            <a:r>
              <a:rPr lang="ja-JP" altLang="en-US" dirty="0" smtClean="0"/>
              <a:t>ノ</a:t>
            </a:r>
            <a:r>
              <a:rPr lang="ja-JP" altLang="en-US" dirty="0"/>
              <a:t>ード</a:t>
            </a:r>
            <a:endParaRPr lang="en-US" dirty="0"/>
          </a:p>
        </p:txBody>
      </p:sp>
      <p:sp>
        <p:nvSpPr>
          <p:cNvPr id="8" name="Rectangle 7"/>
          <p:cNvSpPr/>
          <p:nvPr/>
        </p:nvSpPr>
        <p:spPr>
          <a:xfrm>
            <a:off x="5314311" y="3680439"/>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endParaRPr lang="en-US" dirty="0" smtClean="0"/>
          </a:p>
          <a:p>
            <a:pPr algn="ctr"/>
            <a:r>
              <a:rPr lang="ja-JP" altLang="en-US" dirty="0" smtClean="0"/>
              <a:t>ノ</a:t>
            </a:r>
            <a:r>
              <a:rPr lang="ja-JP" altLang="en-US" dirty="0"/>
              <a:t>ー</a:t>
            </a:r>
            <a:r>
              <a:rPr lang="ja-JP" altLang="en-US" dirty="0" smtClean="0"/>
              <a:t>ド</a:t>
            </a:r>
            <a:endParaRPr lang="en-US" dirty="0"/>
          </a:p>
        </p:txBody>
      </p:sp>
      <p:sp>
        <p:nvSpPr>
          <p:cNvPr id="9" name="Rectangle 8"/>
          <p:cNvSpPr/>
          <p:nvPr/>
        </p:nvSpPr>
        <p:spPr>
          <a:xfrm>
            <a:off x="7158688" y="3680439"/>
            <a:ext cx="1214938" cy="14199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r>
              <a:rPr lang="en-US" dirty="0" err="1" smtClean="0"/>
              <a:t>ndb</a:t>
            </a:r>
            <a:endParaRPr lang="en-US" dirty="0" smtClean="0"/>
          </a:p>
          <a:p>
            <a:pPr algn="ctr"/>
            <a:r>
              <a:rPr lang="ja-JP" altLang="en-US" dirty="0" smtClean="0"/>
              <a:t>ノ</a:t>
            </a:r>
            <a:r>
              <a:rPr lang="ja-JP" altLang="en-US" dirty="0"/>
              <a:t>ード</a:t>
            </a:r>
            <a:endParaRPr lang="en-US" dirty="0"/>
          </a:p>
        </p:txBody>
      </p:sp>
      <p:sp>
        <p:nvSpPr>
          <p:cNvPr id="10" name="Rectangle 9"/>
          <p:cNvSpPr/>
          <p:nvPr/>
        </p:nvSpPr>
        <p:spPr>
          <a:xfrm>
            <a:off x="504264" y="1257300"/>
            <a:ext cx="4435598" cy="228599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dirty="0" smtClean="0">
                <a:solidFill>
                  <a:sysClr val="windowText" lastClr="000000"/>
                </a:solidFill>
                <a:latin typeface="Courier New" panose="02070309020205020404" pitchFamily="49" charset="0"/>
                <a:cs typeface="Courier New" panose="02070309020205020404" pitchFamily="49" charset="0"/>
              </a:rPr>
              <a:t># </a:t>
            </a:r>
            <a:r>
              <a:rPr lang="en-US" sz="900" dirty="0" err="1" smtClean="0">
                <a:solidFill>
                  <a:sysClr val="windowText" lastClr="000000"/>
                </a:solidFill>
                <a:latin typeface="Courier New" panose="02070309020205020404" pitchFamily="49" charset="0"/>
                <a:cs typeface="Courier New" panose="02070309020205020404" pitchFamily="49" charset="0"/>
              </a:rPr>
              <a:t>my.cnf</a:t>
            </a:r>
            <a:endParaRPr lang="en-US" sz="900" dirty="0" smtClean="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pPr algn="l"/>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2</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ndbd_11</a:t>
            </a:r>
            <a:endParaRPr lang="en-US" sz="900" dirty="0">
              <a:solidFill>
                <a:sysClr val="windowText" lastClr="000000"/>
              </a:solidFill>
              <a:latin typeface="Courier New" panose="02070309020205020404" pitchFamily="49" charset="0"/>
              <a:cs typeface="Courier New" panose="02070309020205020404" pitchFamily="49" charset="0"/>
            </a:endParaRPr>
          </a:p>
          <a:p>
            <a:pPr algn="l"/>
            <a:endParaRPr lang="en-US" sz="900" dirty="0" smtClean="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smtClean="0">
                <a:solidFill>
                  <a:sysClr val="windowText" lastClr="000000"/>
                </a:solidFill>
                <a:latin typeface="Courier New" panose="02070309020205020404" pitchFamily="49" charset="0"/>
                <a:cs typeface="Courier New" panose="02070309020205020404" pitchFamily="49" charset="0"/>
              </a:rPr>
              <a:t>HostName</a:t>
            </a:r>
            <a:r>
              <a:rPr lang="en-US" sz="900" dirty="0" smtClean="0">
                <a:solidFill>
                  <a:sysClr val="windowText" lastClr="000000"/>
                </a:solidFill>
                <a:latin typeface="Courier New" panose="02070309020205020404" pitchFamily="49" charset="0"/>
                <a:cs typeface="Courier New" panose="02070309020205020404" pitchFamily="49" charset="0"/>
              </a:rPr>
              <a:t>= ndbd_12</a:t>
            </a:r>
            <a:endParaRPr lang="en-US" sz="900" dirty="0">
              <a:solidFill>
                <a:sysClr val="windowText" lastClr="000000"/>
              </a:solidFill>
              <a:latin typeface="Courier New" panose="02070309020205020404" pitchFamily="49" charset="0"/>
              <a:cs typeface="Courier New" panose="02070309020205020404" pitchFamily="49" charset="0"/>
            </a:endParaRP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ndbd_13</a:t>
            </a:r>
          </a:p>
        </p:txBody>
      </p:sp>
      <p:sp>
        <p:nvSpPr>
          <p:cNvPr id="11" name="Rectangle 10"/>
          <p:cNvSpPr/>
          <p:nvPr/>
        </p:nvSpPr>
        <p:spPr>
          <a:xfrm>
            <a:off x="504263" y="3623947"/>
            <a:ext cx="4435599" cy="25146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Connected </a:t>
            </a:r>
            <a:r>
              <a:rPr lang="en-US" sz="900" dirty="0">
                <a:solidFill>
                  <a:sysClr val="windowText" lastClr="000000"/>
                </a:solidFill>
                <a:latin typeface="Courier New" panose="02070309020205020404" pitchFamily="49" charset="0"/>
                <a:cs typeface="Courier New" panose="02070309020205020404" pitchFamily="49" charset="0"/>
              </a:rPr>
              <a:t>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4 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r>
              <a:rPr lang="en-US" sz="900" dirty="0">
                <a:solidFill>
                  <a:sysClr val="windowText" lastClr="000000"/>
                </a:solidFill>
                <a:latin typeface="Courier New" panose="02070309020205020404" pitchFamily="49" charset="0"/>
                <a:cs typeface="Courier New" panose="02070309020205020404" pitchFamily="49" charset="0"/>
              </a:rPr>
              <a:t>id=12   @192.168.50.59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p>
          <a:p>
            <a:r>
              <a:rPr lang="en-US" sz="900" dirty="0">
                <a:solidFill>
                  <a:sysClr val="windowText" lastClr="000000"/>
                </a:solidFill>
                <a:latin typeface="Courier New" panose="02070309020205020404" pitchFamily="49" charset="0"/>
                <a:cs typeface="Courier New" panose="02070309020205020404" pitchFamily="49" charset="0"/>
              </a:rPr>
              <a:t>id=13   @192.168.50.60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1)</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smtClean="0">
                <a:solidFill>
                  <a:sysClr val="windowText" lastClr="000000"/>
                </a:solidFill>
                <a:latin typeface="Courier New" panose="02070309020205020404" pitchFamily="49" charset="0"/>
                <a:cs typeface="Courier New" panose="02070309020205020404" pitchFamily="49" charset="0"/>
              </a:rPr>
              <a:t>&gt;</a:t>
            </a:r>
            <a:endParaRPr lang="en-US" sz="900" dirty="0">
              <a:solidFill>
                <a:sysClr val="windowText" lastClr="000000"/>
              </a:solidFill>
              <a:latin typeface="Courier New" panose="02070309020205020404" pitchFamily="49" charset="0"/>
              <a:cs typeface="Courier New" panose="02070309020205020404" pitchFamily="49" charset="0"/>
            </a:endParaRPr>
          </a:p>
        </p:txBody>
      </p:sp>
      <p:sp>
        <p:nvSpPr>
          <p:cNvPr id="12" name="Rectangle 11"/>
          <p:cNvSpPr/>
          <p:nvPr/>
        </p:nvSpPr>
        <p:spPr bwMode="auto">
          <a:xfrm>
            <a:off x="5435007" y="1430318"/>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P0</a:t>
            </a:r>
            <a:endParaRPr kumimoji="1" lang="en-US" b="1" dirty="0">
              <a:latin typeface="+mj-ea"/>
              <a:ea typeface="+mj-ea"/>
            </a:endParaRPr>
          </a:p>
        </p:txBody>
      </p:sp>
      <p:sp>
        <p:nvSpPr>
          <p:cNvPr id="13" name="Rectangle 12"/>
          <p:cNvSpPr/>
          <p:nvPr/>
        </p:nvSpPr>
        <p:spPr bwMode="auto">
          <a:xfrm>
            <a:off x="7293191" y="1430317"/>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P1</a:t>
            </a:r>
            <a:endParaRPr kumimoji="1" lang="en-US" b="1" dirty="0">
              <a:latin typeface="+mj-ea"/>
              <a:ea typeface="+mj-ea"/>
            </a:endParaRPr>
          </a:p>
        </p:txBody>
      </p:sp>
      <p:sp>
        <p:nvSpPr>
          <p:cNvPr id="14" name="Rectangle 13"/>
          <p:cNvSpPr/>
          <p:nvPr/>
        </p:nvSpPr>
        <p:spPr bwMode="auto">
          <a:xfrm>
            <a:off x="5435007" y="1795834"/>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P1</a:t>
            </a:r>
            <a:endParaRPr kumimoji="1" lang="en-US" b="1" dirty="0">
              <a:solidFill>
                <a:schemeClr val="bg1"/>
              </a:solidFill>
              <a:latin typeface="+mj-ea"/>
              <a:ea typeface="+mj-ea"/>
            </a:endParaRPr>
          </a:p>
        </p:txBody>
      </p:sp>
      <p:sp>
        <p:nvSpPr>
          <p:cNvPr id="15" name="Rectangle 14"/>
          <p:cNvSpPr/>
          <p:nvPr/>
        </p:nvSpPr>
        <p:spPr bwMode="auto">
          <a:xfrm>
            <a:off x="7293191" y="1795833"/>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P0</a:t>
            </a:r>
            <a:endParaRPr kumimoji="1" lang="en-US" b="1" dirty="0">
              <a:solidFill>
                <a:schemeClr val="bg1"/>
              </a:solidFill>
              <a:latin typeface="+mj-ea"/>
              <a:ea typeface="+mj-ea"/>
            </a:endParaRPr>
          </a:p>
        </p:txBody>
      </p:sp>
      <p:sp>
        <p:nvSpPr>
          <p:cNvPr id="16" name="Rectangle 15"/>
          <p:cNvSpPr/>
          <p:nvPr/>
        </p:nvSpPr>
        <p:spPr bwMode="auto">
          <a:xfrm>
            <a:off x="5448814" y="3803470"/>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P2</a:t>
            </a:r>
            <a:endParaRPr kumimoji="1" lang="en-US" b="1" dirty="0">
              <a:latin typeface="+mj-ea"/>
              <a:ea typeface="+mj-ea"/>
            </a:endParaRPr>
          </a:p>
        </p:txBody>
      </p:sp>
      <p:sp>
        <p:nvSpPr>
          <p:cNvPr id="17" name="Rectangle 16"/>
          <p:cNvSpPr/>
          <p:nvPr/>
        </p:nvSpPr>
        <p:spPr bwMode="auto">
          <a:xfrm>
            <a:off x="7293190" y="3803470"/>
            <a:ext cx="945931" cy="308685"/>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latin typeface="+mj-ea"/>
                <a:ea typeface="+mj-ea"/>
              </a:rPr>
              <a:t>P3</a:t>
            </a:r>
            <a:endParaRPr kumimoji="1" lang="en-US" b="1" dirty="0">
              <a:latin typeface="+mj-ea"/>
              <a:ea typeface="+mj-ea"/>
            </a:endParaRPr>
          </a:p>
        </p:txBody>
      </p:sp>
      <p:sp>
        <p:nvSpPr>
          <p:cNvPr id="18" name="Rectangle 17"/>
          <p:cNvSpPr/>
          <p:nvPr/>
        </p:nvSpPr>
        <p:spPr bwMode="auto">
          <a:xfrm>
            <a:off x="5448814" y="4171720"/>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P3</a:t>
            </a:r>
            <a:endParaRPr kumimoji="1" lang="en-US" b="1" dirty="0">
              <a:solidFill>
                <a:schemeClr val="bg1"/>
              </a:solidFill>
              <a:latin typeface="+mj-ea"/>
              <a:ea typeface="+mj-ea"/>
            </a:endParaRPr>
          </a:p>
        </p:txBody>
      </p:sp>
      <p:sp>
        <p:nvSpPr>
          <p:cNvPr id="19" name="Rectangle 18"/>
          <p:cNvSpPr/>
          <p:nvPr/>
        </p:nvSpPr>
        <p:spPr bwMode="auto">
          <a:xfrm>
            <a:off x="7293189" y="4174718"/>
            <a:ext cx="945931" cy="308685"/>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b="1" dirty="0" smtClean="0">
                <a:solidFill>
                  <a:schemeClr val="bg1"/>
                </a:solidFill>
                <a:latin typeface="+mj-ea"/>
                <a:ea typeface="+mj-ea"/>
              </a:rPr>
              <a:t>P2</a:t>
            </a:r>
            <a:endParaRPr kumimoji="1" lang="en-US" b="1" dirty="0">
              <a:solidFill>
                <a:schemeClr val="bg1"/>
              </a:solidFill>
              <a:latin typeface="+mj-ea"/>
              <a:ea typeface="+mj-ea"/>
            </a:endParaRPr>
          </a:p>
        </p:txBody>
      </p:sp>
    </p:spTree>
    <p:extLst>
      <p:ext uri="{BB962C8B-B14F-4D97-AF65-F5344CB8AC3E}">
        <p14:creationId xmlns:p14="http://schemas.microsoft.com/office/powerpoint/2010/main" val="4121198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ja-JP" altLang="en-US" dirty="0" smtClean="0"/>
              <a:t>（</a:t>
            </a:r>
            <a:r>
              <a:rPr lang="en-US" altLang="ja-JP" dirty="0" smtClean="0"/>
              <a:t>8/10)</a:t>
            </a:r>
            <a:endParaRPr kumimoji="1" lang="ja-JP" altLang="en-US" dirty="0"/>
          </a:p>
        </p:txBody>
      </p:sp>
      <p:sp>
        <p:nvSpPr>
          <p:cNvPr id="3" name="コンテンツ プレースホルダー 2"/>
          <p:cNvSpPr>
            <a:spLocks noGrp="1"/>
          </p:cNvSpPr>
          <p:nvPr>
            <p:ph sz="quarter" idx="10"/>
          </p:nvPr>
        </p:nvSpPr>
        <p:spPr/>
        <p:txBody>
          <a:bodyPr>
            <a:normAutofit/>
          </a:bodyPr>
          <a:lstStyle/>
          <a:p>
            <a:pPr marL="0" indent="0">
              <a:buNone/>
            </a:pPr>
            <a:r>
              <a:rPr lang="en-US" sz="1800" dirty="0" err="1"/>
              <a:t>NoOfReplicas</a:t>
            </a:r>
            <a:r>
              <a:rPr lang="en-US" sz="1800" dirty="0"/>
              <a:t>=4 </a:t>
            </a:r>
            <a:r>
              <a:rPr lang="en-US" sz="1800" dirty="0" smtClean="0"/>
              <a:t>(4</a:t>
            </a:r>
            <a:r>
              <a:rPr lang="ja-JP" altLang="en-US" sz="1800" dirty="0" smtClean="0"/>
              <a:t>つ</a:t>
            </a:r>
            <a:r>
              <a:rPr lang="en-US" sz="1800" dirty="0" smtClean="0"/>
              <a:t> </a:t>
            </a:r>
            <a:r>
              <a:rPr lang="en-US" sz="1800" dirty="0" err="1"/>
              <a:t>nbd</a:t>
            </a:r>
            <a:r>
              <a:rPr lang="en-US" sz="1800" dirty="0"/>
              <a:t> </a:t>
            </a:r>
            <a:r>
              <a:rPr lang="ja-JP" altLang="en-US" sz="1800" dirty="0"/>
              <a:t>ノード</a:t>
            </a:r>
            <a:r>
              <a:rPr lang="en-US" sz="1800" dirty="0" smtClean="0"/>
              <a:t>)</a:t>
            </a:r>
          </a:p>
          <a:p>
            <a:pPr marL="0" indent="0">
              <a:buNone/>
            </a:pPr>
            <a:endParaRPr kumimoji="1" lang="en-US" altLang="ja-JP" sz="1800" dirty="0"/>
          </a:p>
          <a:p>
            <a:pPr marL="0" indent="0">
              <a:buNone/>
            </a:pPr>
            <a:endParaRPr kumimoji="1" lang="ja-JP" altLang="en-US" sz="1800" dirty="0"/>
          </a:p>
        </p:txBody>
      </p:sp>
      <p:sp>
        <p:nvSpPr>
          <p:cNvPr id="4" name="Rectangle 3"/>
          <p:cNvSpPr/>
          <p:nvPr/>
        </p:nvSpPr>
        <p:spPr>
          <a:xfrm>
            <a:off x="5181599" y="1216570"/>
            <a:ext cx="3320511" cy="502920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b" anchorCtr="0"/>
          <a:lstStyle/>
          <a:p>
            <a:pPr algn="ctr"/>
            <a:r>
              <a:rPr lang="ja-JP" altLang="en-US" dirty="0"/>
              <a:t>ノードグループ</a:t>
            </a:r>
            <a:r>
              <a:rPr lang="en-US" dirty="0" smtClean="0"/>
              <a:t>#0</a:t>
            </a:r>
          </a:p>
          <a:p>
            <a:pPr algn="ctr"/>
            <a:endParaRPr lang="en-US" dirty="0"/>
          </a:p>
        </p:txBody>
      </p:sp>
      <p:sp>
        <p:nvSpPr>
          <p:cNvPr id="5" name="Rectangle 4"/>
          <p:cNvSpPr/>
          <p:nvPr/>
        </p:nvSpPr>
        <p:spPr>
          <a:xfrm>
            <a:off x="5414653" y="1334815"/>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smtClean="0"/>
              <a:t>ndb</a:t>
            </a:r>
            <a:endParaRPr lang="en-US" dirty="0" smtClean="0"/>
          </a:p>
          <a:p>
            <a:pPr algn="ctr"/>
            <a:r>
              <a:rPr lang="ja-JP" altLang="en-US" dirty="0" smtClean="0"/>
              <a:t>ノ</a:t>
            </a:r>
            <a:r>
              <a:rPr lang="ja-JP" altLang="en-US" dirty="0"/>
              <a:t>ード</a:t>
            </a:r>
            <a:endParaRPr lang="en-US" dirty="0"/>
          </a:p>
        </p:txBody>
      </p:sp>
      <p:sp>
        <p:nvSpPr>
          <p:cNvPr id="9" name="Rectangle 8"/>
          <p:cNvSpPr/>
          <p:nvPr/>
        </p:nvSpPr>
        <p:spPr>
          <a:xfrm>
            <a:off x="504265" y="1216569"/>
            <a:ext cx="4477638" cy="233378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900" dirty="0" smtClean="0">
                <a:solidFill>
                  <a:sysClr val="windowText" lastClr="000000"/>
                </a:solidFill>
                <a:latin typeface="Courier New" panose="02070309020205020404" pitchFamily="49" charset="0"/>
                <a:cs typeface="Courier New" panose="02070309020205020404" pitchFamily="49" charset="0"/>
              </a:rPr>
              <a:t># </a:t>
            </a:r>
            <a:r>
              <a:rPr lang="en-US" sz="900" dirty="0" err="1" smtClean="0">
                <a:solidFill>
                  <a:sysClr val="windowText" lastClr="000000"/>
                </a:solidFill>
                <a:latin typeface="Courier New" panose="02070309020205020404" pitchFamily="49" charset="0"/>
                <a:cs typeface="Courier New" panose="02070309020205020404" pitchFamily="49" charset="0"/>
              </a:rPr>
              <a:t>my.cnf</a:t>
            </a:r>
            <a:endParaRPr lang="en-US" sz="900" dirty="0" smtClean="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 default]</a:t>
            </a:r>
          </a:p>
          <a:p>
            <a:pPr algn="l"/>
            <a:r>
              <a:rPr lang="en-US" sz="900" dirty="0" err="1">
                <a:solidFill>
                  <a:sysClr val="windowText" lastClr="000000"/>
                </a:solidFill>
                <a:latin typeface="Courier New" panose="02070309020205020404" pitchFamily="49" charset="0"/>
                <a:cs typeface="Courier New" panose="02070309020205020404" pitchFamily="49" charset="0"/>
              </a:rPr>
              <a:t>NoOfReplicas</a:t>
            </a:r>
            <a:r>
              <a:rPr lang="en-US" sz="900" dirty="0">
                <a:solidFill>
                  <a:sysClr val="windowText" lastClr="000000"/>
                </a:solidFill>
                <a:latin typeface="Courier New" panose="02070309020205020404" pitchFamily="49" charset="0"/>
                <a:cs typeface="Courier New" panose="02070309020205020404" pitchFamily="49" charset="0"/>
              </a:rPr>
              <a:t>= </a:t>
            </a:r>
            <a:r>
              <a:rPr lang="en-US" sz="900" dirty="0" smtClean="0">
                <a:solidFill>
                  <a:sysClr val="windowText" lastClr="000000"/>
                </a:solidFill>
                <a:latin typeface="Courier New" panose="02070309020205020404" pitchFamily="49" charset="0"/>
                <a:cs typeface="Courier New" panose="02070309020205020404" pitchFamily="49" charset="0"/>
              </a:rPr>
              <a:t>4</a:t>
            </a:r>
            <a:endParaRPr lang="en-US" sz="900" dirty="0">
              <a:solidFill>
                <a:sysClr val="windowText" lastClr="000000"/>
              </a:solidFill>
              <a:latin typeface="Courier New" panose="02070309020205020404" pitchFamily="49" charset="0"/>
              <a:cs typeface="Courier New" panose="02070309020205020404" pitchFamily="49" charset="0"/>
            </a:endParaRPr>
          </a:p>
          <a:p>
            <a:pPr algn="l"/>
            <a:r>
              <a:rPr lang="en-US" sz="900" dirty="0" smtClean="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ndbd_10</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ndbd_11</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ndbd_12</a:t>
            </a: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err="1">
                <a:solidFill>
                  <a:sysClr val="windowText" lastClr="000000"/>
                </a:solidFill>
                <a:latin typeface="Courier New" panose="02070309020205020404" pitchFamily="49" charset="0"/>
                <a:cs typeface="Courier New" panose="02070309020205020404" pitchFamily="49" charset="0"/>
              </a:rPr>
              <a:t>HostName</a:t>
            </a:r>
            <a:r>
              <a:rPr lang="en-US" sz="900" dirty="0">
                <a:solidFill>
                  <a:sysClr val="windowText" lastClr="000000"/>
                </a:solidFill>
                <a:latin typeface="Courier New" panose="02070309020205020404" pitchFamily="49" charset="0"/>
                <a:cs typeface="Courier New" panose="02070309020205020404" pitchFamily="49" charset="0"/>
              </a:rPr>
              <a:t>= ndbd_13</a:t>
            </a:r>
          </a:p>
        </p:txBody>
      </p:sp>
      <p:sp>
        <p:nvSpPr>
          <p:cNvPr id="10" name="Rectangle 9"/>
          <p:cNvSpPr/>
          <p:nvPr/>
        </p:nvSpPr>
        <p:spPr>
          <a:xfrm>
            <a:off x="504265" y="3677916"/>
            <a:ext cx="4477638" cy="25678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900" dirty="0" smtClean="0">
                <a:solidFill>
                  <a:sysClr val="windowText" lastClr="000000"/>
                </a:solidFill>
                <a:latin typeface="Courier New" panose="02070309020205020404" pitchFamily="49" charset="0"/>
                <a:cs typeface="Courier New" panose="02070309020205020404" pitchFamily="49" charset="0"/>
              </a:rPr>
              <a:t>Connected </a:t>
            </a:r>
            <a:r>
              <a:rPr lang="en-US" sz="900" dirty="0">
                <a:solidFill>
                  <a:sysClr val="windowText" lastClr="000000"/>
                </a:solidFill>
                <a:latin typeface="Courier New" panose="02070309020205020404" pitchFamily="49" charset="0"/>
                <a:cs typeface="Courier New" panose="02070309020205020404" pitchFamily="49" charset="0"/>
              </a:rPr>
              <a:t>to Management Server at: localhost:1186</a:t>
            </a:r>
          </a:p>
          <a:p>
            <a:r>
              <a:rPr lang="en-US" sz="900" dirty="0">
                <a:solidFill>
                  <a:sysClr val="windowText" lastClr="000000"/>
                </a:solidFill>
                <a:latin typeface="Courier New" panose="02070309020205020404" pitchFamily="49" charset="0"/>
                <a:cs typeface="Courier New" panose="02070309020205020404" pitchFamily="49" charset="0"/>
              </a:rPr>
              <a:t>Cluster Configuration</a:t>
            </a:r>
          </a:p>
          <a:p>
            <a:r>
              <a:rPr lang="en-US" sz="900" dirty="0">
                <a:solidFill>
                  <a:sysClr val="windowText" lastClr="000000"/>
                </a:solidFill>
                <a:latin typeface="Courier New" panose="02070309020205020404" pitchFamily="49" charset="0"/>
                <a:cs typeface="Courier New" panose="02070309020205020404" pitchFamily="49" charset="0"/>
              </a:rPr>
              <a:t>---------------------</a:t>
            </a:r>
          </a:p>
          <a:p>
            <a:r>
              <a:rPr lang="en-US" sz="900" dirty="0">
                <a:solidFill>
                  <a:sysClr val="windowText" lastClr="000000"/>
                </a:solidFill>
                <a:latin typeface="Courier New" panose="02070309020205020404" pitchFamily="49" charset="0"/>
                <a:cs typeface="Courier New" panose="02070309020205020404" pitchFamily="49" charset="0"/>
              </a:rPr>
              <a:t>[</a:t>
            </a:r>
            <a:r>
              <a:rPr lang="en-US" sz="900" dirty="0" err="1">
                <a:solidFill>
                  <a:sysClr val="windowText" lastClr="000000"/>
                </a:solidFill>
                <a:latin typeface="Courier New" panose="02070309020205020404" pitchFamily="49" charset="0"/>
                <a:cs typeface="Courier New" panose="02070309020205020404" pitchFamily="49" charset="0"/>
              </a:rPr>
              <a:t>ndbd</a:t>
            </a:r>
            <a:r>
              <a:rPr lang="en-US" sz="900" dirty="0">
                <a:solidFill>
                  <a:sysClr val="windowText" lastClr="000000"/>
                </a:solidFill>
                <a:latin typeface="Courier New" panose="02070309020205020404" pitchFamily="49" charset="0"/>
                <a:cs typeface="Courier New" panose="02070309020205020404" pitchFamily="49" charset="0"/>
              </a:rPr>
              <a:t>(NDB)]     4 node(s)</a:t>
            </a:r>
          </a:p>
          <a:p>
            <a:r>
              <a:rPr lang="en-US" sz="900" dirty="0">
                <a:solidFill>
                  <a:sysClr val="windowText" lastClr="000000"/>
                </a:solidFill>
                <a:latin typeface="Courier New" panose="02070309020205020404" pitchFamily="49" charset="0"/>
                <a:cs typeface="Courier New" panose="02070309020205020404" pitchFamily="49" charset="0"/>
              </a:rPr>
              <a:t>id=10   @192.168.50.55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 *)</a:t>
            </a:r>
          </a:p>
          <a:p>
            <a:r>
              <a:rPr lang="en-US" sz="900" dirty="0">
                <a:solidFill>
                  <a:sysClr val="windowText" lastClr="000000"/>
                </a:solidFill>
                <a:latin typeface="Courier New" panose="02070309020205020404" pitchFamily="49" charset="0"/>
                <a:cs typeface="Courier New" panose="02070309020205020404" pitchFamily="49" charset="0"/>
              </a:rPr>
              <a:t>id=11   @192.168.50.56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r>
              <a:rPr lang="en-US" sz="900" dirty="0">
                <a:solidFill>
                  <a:sysClr val="windowText" lastClr="000000"/>
                </a:solidFill>
                <a:latin typeface="Courier New" panose="02070309020205020404" pitchFamily="49" charset="0"/>
                <a:cs typeface="Courier New" panose="02070309020205020404" pitchFamily="49" charset="0"/>
              </a:rPr>
              <a:t>id=12   @192.168.50.59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r>
              <a:rPr lang="en-US" sz="900" dirty="0">
                <a:solidFill>
                  <a:sysClr val="windowText" lastClr="000000"/>
                </a:solidFill>
                <a:latin typeface="Courier New" panose="02070309020205020404" pitchFamily="49" charset="0"/>
                <a:cs typeface="Courier New" panose="02070309020205020404" pitchFamily="49" charset="0"/>
              </a:rPr>
              <a:t>id=13   @192.168.50.60  (mysql-5.7.18 ndb-7.5.6, </a:t>
            </a:r>
            <a:r>
              <a:rPr lang="en-US" sz="900" dirty="0" err="1">
                <a:solidFill>
                  <a:sysClr val="windowText" lastClr="000000"/>
                </a:solidFill>
                <a:latin typeface="Courier New" panose="02070309020205020404" pitchFamily="49" charset="0"/>
                <a:cs typeface="Courier New" panose="02070309020205020404" pitchFamily="49" charset="0"/>
              </a:rPr>
              <a:t>Nodegroup</a:t>
            </a:r>
            <a:r>
              <a:rPr lang="en-US" sz="900" dirty="0">
                <a:solidFill>
                  <a:sysClr val="windowText" lastClr="000000"/>
                </a:solidFill>
                <a:latin typeface="Courier New" panose="02070309020205020404" pitchFamily="49" charset="0"/>
                <a:cs typeface="Courier New" panose="02070309020205020404" pitchFamily="49" charset="0"/>
              </a:rPr>
              <a:t>: 0)</a:t>
            </a:r>
          </a:p>
          <a:p>
            <a:endParaRPr lang="en-US" sz="900" dirty="0" smtClean="0">
              <a:solidFill>
                <a:sysClr val="windowText" lastClr="000000"/>
              </a:solidFill>
              <a:latin typeface="Courier New" panose="02070309020205020404" pitchFamily="49" charset="0"/>
              <a:cs typeface="Courier New" panose="02070309020205020404" pitchFamily="49" charset="0"/>
            </a:endParaRPr>
          </a:p>
          <a:p>
            <a:r>
              <a:rPr lang="en-US" sz="900" dirty="0" smtClean="0">
                <a:solidFill>
                  <a:sysClr val="windowText" lastClr="000000"/>
                </a:solidFill>
                <a:latin typeface="Courier New" panose="02070309020205020404" pitchFamily="49" charset="0"/>
                <a:cs typeface="Courier New" panose="02070309020205020404" pitchFamily="49" charset="0"/>
              </a:rPr>
              <a:t>…</a:t>
            </a:r>
            <a:endParaRPr lang="en-US" sz="900" dirty="0">
              <a:solidFill>
                <a:sysClr val="windowText" lastClr="000000"/>
              </a:solidFill>
              <a:latin typeface="Courier New" panose="02070309020205020404" pitchFamily="49" charset="0"/>
              <a:cs typeface="Courier New" panose="02070309020205020404" pitchFamily="49" charset="0"/>
            </a:endParaRPr>
          </a:p>
          <a:p>
            <a:endParaRPr lang="en-US" sz="900" dirty="0">
              <a:solidFill>
                <a:sysClr val="windowText" lastClr="000000"/>
              </a:solidFill>
              <a:latin typeface="Courier New" panose="02070309020205020404" pitchFamily="49" charset="0"/>
              <a:cs typeface="Courier New" panose="02070309020205020404" pitchFamily="49" charset="0"/>
            </a:endParaRPr>
          </a:p>
          <a:p>
            <a:r>
              <a:rPr lang="en-US" sz="900" dirty="0" err="1">
                <a:solidFill>
                  <a:sysClr val="windowText" lastClr="000000"/>
                </a:solidFill>
                <a:latin typeface="Courier New" panose="02070309020205020404" pitchFamily="49" charset="0"/>
                <a:cs typeface="Courier New" panose="02070309020205020404" pitchFamily="49" charset="0"/>
              </a:rPr>
              <a:t>ndb_mgm</a:t>
            </a:r>
            <a:r>
              <a:rPr lang="en-US" sz="900" dirty="0">
                <a:solidFill>
                  <a:sysClr val="windowText" lastClr="000000"/>
                </a:solidFill>
                <a:latin typeface="Courier New" panose="02070309020205020404" pitchFamily="49" charset="0"/>
                <a:cs typeface="Courier New" panose="02070309020205020404" pitchFamily="49" charset="0"/>
              </a:rPr>
              <a:t>&gt;</a:t>
            </a:r>
          </a:p>
        </p:txBody>
      </p:sp>
      <p:sp>
        <p:nvSpPr>
          <p:cNvPr id="11" name="Rectangle 10"/>
          <p:cNvSpPr/>
          <p:nvPr/>
        </p:nvSpPr>
        <p:spPr bwMode="auto">
          <a:xfrm>
            <a:off x="5549156" y="1419393"/>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P0</a:t>
            </a:r>
            <a:endParaRPr kumimoji="1" lang="en-US" sz="1600" b="1" dirty="0">
              <a:latin typeface="+mj-ea"/>
              <a:ea typeface="+mj-ea"/>
            </a:endParaRPr>
          </a:p>
        </p:txBody>
      </p:sp>
      <p:sp>
        <p:nvSpPr>
          <p:cNvPr id="12" name="Rectangle 11"/>
          <p:cNvSpPr/>
          <p:nvPr/>
        </p:nvSpPr>
        <p:spPr bwMode="auto">
          <a:xfrm>
            <a:off x="5549155" y="171238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P1</a:t>
            </a:r>
            <a:endParaRPr kumimoji="1" lang="en-US" sz="1600" b="1" dirty="0">
              <a:solidFill>
                <a:schemeClr val="bg1"/>
              </a:solidFill>
              <a:latin typeface="+mj-ea"/>
              <a:ea typeface="+mj-ea"/>
            </a:endParaRPr>
          </a:p>
        </p:txBody>
      </p:sp>
      <p:sp>
        <p:nvSpPr>
          <p:cNvPr id="14" name="Rectangle 13"/>
          <p:cNvSpPr/>
          <p:nvPr/>
        </p:nvSpPr>
        <p:spPr bwMode="auto">
          <a:xfrm>
            <a:off x="5549155" y="2031513"/>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P2</a:t>
            </a:r>
            <a:endParaRPr kumimoji="1" lang="en-US" sz="1600" b="1" dirty="0">
              <a:solidFill>
                <a:schemeClr val="bg1"/>
              </a:solidFill>
              <a:latin typeface="+mj-ea"/>
              <a:ea typeface="+mj-ea"/>
            </a:endParaRPr>
          </a:p>
        </p:txBody>
      </p:sp>
      <p:sp>
        <p:nvSpPr>
          <p:cNvPr id="15" name="Rectangle 14"/>
          <p:cNvSpPr/>
          <p:nvPr/>
        </p:nvSpPr>
        <p:spPr bwMode="auto">
          <a:xfrm>
            <a:off x="5549155" y="235826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P3</a:t>
            </a:r>
            <a:endParaRPr kumimoji="1" lang="en-US" sz="1600" b="1" dirty="0">
              <a:solidFill>
                <a:schemeClr val="bg1"/>
              </a:solidFill>
              <a:latin typeface="+mj-ea"/>
              <a:ea typeface="+mj-ea"/>
            </a:endParaRPr>
          </a:p>
        </p:txBody>
      </p:sp>
      <p:sp>
        <p:nvSpPr>
          <p:cNvPr id="16" name="Rectangle 15"/>
          <p:cNvSpPr/>
          <p:nvPr/>
        </p:nvSpPr>
        <p:spPr>
          <a:xfrm>
            <a:off x="5414653" y="3465781"/>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smtClean="0"/>
              <a:t>ndb</a:t>
            </a:r>
            <a:endParaRPr lang="en-US" dirty="0" smtClean="0"/>
          </a:p>
          <a:p>
            <a:pPr algn="ctr"/>
            <a:r>
              <a:rPr lang="ja-JP" altLang="en-US" dirty="0" smtClean="0"/>
              <a:t>ノ</a:t>
            </a:r>
            <a:r>
              <a:rPr lang="ja-JP" altLang="en-US" dirty="0"/>
              <a:t>ード</a:t>
            </a:r>
            <a:endParaRPr lang="en-US" dirty="0"/>
          </a:p>
        </p:txBody>
      </p:sp>
      <p:sp>
        <p:nvSpPr>
          <p:cNvPr id="17" name="Rectangle 16"/>
          <p:cNvSpPr/>
          <p:nvPr/>
        </p:nvSpPr>
        <p:spPr bwMode="auto">
          <a:xfrm>
            <a:off x="5549156" y="3550359"/>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P2</a:t>
            </a:r>
            <a:endParaRPr kumimoji="1" lang="en-US" sz="1600" b="1" dirty="0">
              <a:latin typeface="+mj-ea"/>
              <a:ea typeface="+mj-ea"/>
            </a:endParaRPr>
          </a:p>
        </p:txBody>
      </p:sp>
      <p:sp>
        <p:nvSpPr>
          <p:cNvPr id="18" name="Rectangle 17"/>
          <p:cNvSpPr/>
          <p:nvPr/>
        </p:nvSpPr>
        <p:spPr bwMode="auto">
          <a:xfrm>
            <a:off x="5549155" y="384334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P0</a:t>
            </a:r>
            <a:endParaRPr kumimoji="1" lang="en-US" sz="1600" b="1" dirty="0">
              <a:solidFill>
                <a:schemeClr val="bg1"/>
              </a:solidFill>
              <a:latin typeface="+mj-ea"/>
              <a:ea typeface="+mj-ea"/>
            </a:endParaRPr>
          </a:p>
        </p:txBody>
      </p:sp>
      <p:sp>
        <p:nvSpPr>
          <p:cNvPr id="19" name="Rectangle 18"/>
          <p:cNvSpPr/>
          <p:nvPr/>
        </p:nvSpPr>
        <p:spPr bwMode="auto">
          <a:xfrm>
            <a:off x="5549155" y="4162479"/>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P1</a:t>
            </a:r>
            <a:endParaRPr kumimoji="1" lang="en-US" sz="1600" b="1" dirty="0">
              <a:solidFill>
                <a:schemeClr val="bg1"/>
              </a:solidFill>
              <a:latin typeface="+mj-ea"/>
              <a:ea typeface="+mj-ea"/>
            </a:endParaRPr>
          </a:p>
        </p:txBody>
      </p:sp>
      <p:sp>
        <p:nvSpPr>
          <p:cNvPr id="20" name="Rectangle 19"/>
          <p:cNvSpPr/>
          <p:nvPr/>
        </p:nvSpPr>
        <p:spPr bwMode="auto">
          <a:xfrm>
            <a:off x="5549155" y="448922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P3</a:t>
            </a:r>
            <a:endParaRPr kumimoji="1" lang="en-US" sz="1600" b="1" dirty="0">
              <a:solidFill>
                <a:schemeClr val="bg1"/>
              </a:solidFill>
              <a:latin typeface="+mj-ea"/>
              <a:ea typeface="+mj-ea"/>
            </a:endParaRPr>
          </a:p>
        </p:txBody>
      </p:sp>
      <p:sp>
        <p:nvSpPr>
          <p:cNvPr id="21" name="Rectangle 20"/>
          <p:cNvSpPr/>
          <p:nvPr/>
        </p:nvSpPr>
        <p:spPr>
          <a:xfrm>
            <a:off x="7014358" y="1334815"/>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smtClean="0"/>
              <a:t>ndb</a:t>
            </a:r>
            <a:endParaRPr lang="en-US" dirty="0" smtClean="0"/>
          </a:p>
          <a:p>
            <a:pPr algn="ctr"/>
            <a:r>
              <a:rPr lang="ja-JP" altLang="en-US" dirty="0" smtClean="0"/>
              <a:t>ノ</a:t>
            </a:r>
            <a:r>
              <a:rPr lang="ja-JP" altLang="en-US" dirty="0"/>
              <a:t>ード</a:t>
            </a:r>
            <a:endParaRPr lang="en-US" dirty="0"/>
          </a:p>
        </p:txBody>
      </p:sp>
      <p:sp>
        <p:nvSpPr>
          <p:cNvPr id="22" name="Rectangle 21"/>
          <p:cNvSpPr/>
          <p:nvPr/>
        </p:nvSpPr>
        <p:spPr bwMode="auto">
          <a:xfrm>
            <a:off x="7148861" y="1419393"/>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P1</a:t>
            </a:r>
            <a:endParaRPr kumimoji="1" lang="en-US" sz="1600" b="1" dirty="0">
              <a:latin typeface="+mj-ea"/>
              <a:ea typeface="+mj-ea"/>
            </a:endParaRPr>
          </a:p>
        </p:txBody>
      </p:sp>
      <p:sp>
        <p:nvSpPr>
          <p:cNvPr id="23" name="Rectangle 22"/>
          <p:cNvSpPr/>
          <p:nvPr/>
        </p:nvSpPr>
        <p:spPr bwMode="auto">
          <a:xfrm>
            <a:off x="7148860" y="171238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P0</a:t>
            </a:r>
            <a:endParaRPr kumimoji="1" lang="en-US" sz="1600" b="1" dirty="0">
              <a:solidFill>
                <a:schemeClr val="bg1"/>
              </a:solidFill>
              <a:latin typeface="+mj-ea"/>
              <a:ea typeface="+mj-ea"/>
            </a:endParaRPr>
          </a:p>
        </p:txBody>
      </p:sp>
      <p:sp>
        <p:nvSpPr>
          <p:cNvPr id="24" name="Rectangle 23"/>
          <p:cNvSpPr/>
          <p:nvPr/>
        </p:nvSpPr>
        <p:spPr bwMode="auto">
          <a:xfrm>
            <a:off x="7148860" y="2031513"/>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P2</a:t>
            </a:r>
            <a:endParaRPr kumimoji="1" lang="en-US" sz="1600" b="1" dirty="0">
              <a:solidFill>
                <a:schemeClr val="bg1"/>
              </a:solidFill>
              <a:latin typeface="+mj-ea"/>
              <a:ea typeface="+mj-ea"/>
            </a:endParaRPr>
          </a:p>
        </p:txBody>
      </p:sp>
      <p:sp>
        <p:nvSpPr>
          <p:cNvPr id="25" name="Rectangle 24"/>
          <p:cNvSpPr/>
          <p:nvPr/>
        </p:nvSpPr>
        <p:spPr bwMode="auto">
          <a:xfrm>
            <a:off x="7148860" y="2358260"/>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P3</a:t>
            </a:r>
            <a:endParaRPr kumimoji="1" lang="en-US" sz="1600" b="1" dirty="0">
              <a:solidFill>
                <a:schemeClr val="bg1"/>
              </a:solidFill>
              <a:latin typeface="+mj-ea"/>
              <a:ea typeface="+mj-ea"/>
            </a:endParaRPr>
          </a:p>
        </p:txBody>
      </p:sp>
      <p:sp>
        <p:nvSpPr>
          <p:cNvPr id="26" name="Rectangle 25"/>
          <p:cNvSpPr/>
          <p:nvPr/>
        </p:nvSpPr>
        <p:spPr>
          <a:xfrm>
            <a:off x="7014358" y="3465781"/>
            <a:ext cx="1214938" cy="19128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endParaRPr lang="en-US" dirty="0"/>
          </a:p>
          <a:p>
            <a:pPr algn="ctr"/>
            <a:endParaRPr lang="en-US" dirty="0" smtClean="0"/>
          </a:p>
          <a:p>
            <a:pPr algn="ctr"/>
            <a:endParaRPr lang="en-US" dirty="0"/>
          </a:p>
          <a:p>
            <a:pPr algn="ctr"/>
            <a:endParaRPr lang="en-US" dirty="0" smtClean="0"/>
          </a:p>
          <a:p>
            <a:pPr algn="ctr"/>
            <a:r>
              <a:rPr lang="en-US" dirty="0" err="1"/>
              <a:t>n</a:t>
            </a:r>
            <a:r>
              <a:rPr lang="en-US" dirty="0" err="1" smtClean="0"/>
              <a:t>db</a:t>
            </a:r>
            <a:endParaRPr lang="en-US" dirty="0" smtClean="0"/>
          </a:p>
          <a:p>
            <a:pPr algn="ctr"/>
            <a:r>
              <a:rPr lang="ja-JP" altLang="en-US" dirty="0" smtClean="0"/>
              <a:t>ノ</a:t>
            </a:r>
            <a:r>
              <a:rPr lang="ja-JP" altLang="en-US" dirty="0"/>
              <a:t>ード</a:t>
            </a:r>
            <a:endParaRPr lang="en-US" dirty="0"/>
          </a:p>
        </p:txBody>
      </p:sp>
      <p:sp>
        <p:nvSpPr>
          <p:cNvPr id="27" name="Rectangle 26"/>
          <p:cNvSpPr/>
          <p:nvPr/>
        </p:nvSpPr>
        <p:spPr bwMode="auto">
          <a:xfrm>
            <a:off x="7148861" y="3550359"/>
            <a:ext cx="945931" cy="255112"/>
          </a:xfrm>
          <a:prstGeom prst="rect">
            <a:avLst/>
          </a:prstGeom>
          <a:solidFill>
            <a:srgbClr val="FFFF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latin typeface="+mj-ea"/>
                <a:ea typeface="+mj-ea"/>
              </a:rPr>
              <a:t>P3</a:t>
            </a:r>
            <a:endParaRPr kumimoji="1" lang="en-US" sz="1600" b="1" dirty="0">
              <a:latin typeface="+mj-ea"/>
              <a:ea typeface="+mj-ea"/>
            </a:endParaRPr>
          </a:p>
        </p:txBody>
      </p:sp>
      <p:sp>
        <p:nvSpPr>
          <p:cNvPr id="28" name="Rectangle 27"/>
          <p:cNvSpPr/>
          <p:nvPr/>
        </p:nvSpPr>
        <p:spPr bwMode="auto">
          <a:xfrm>
            <a:off x="7148860" y="384334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P0</a:t>
            </a:r>
            <a:endParaRPr kumimoji="1" lang="en-US" sz="1600" b="1" dirty="0">
              <a:solidFill>
                <a:schemeClr val="bg1"/>
              </a:solidFill>
              <a:latin typeface="+mj-ea"/>
              <a:ea typeface="+mj-ea"/>
            </a:endParaRPr>
          </a:p>
        </p:txBody>
      </p:sp>
      <p:sp>
        <p:nvSpPr>
          <p:cNvPr id="29" name="Rectangle 28"/>
          <p:cNvSpPr/>
          <p:nvPr/>
        </p:nvSpPr>
        <p:spPr bwMode="auto">
          <a:xfrm>
            <a:off x="7148860" y="4162479"/>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P1</a:t>
            </a:r>
            <a:endParaRPr kumimoji="1" lang="en-US" sz="1600" b="1" dirty="0">
              <a:solidFill>
                <a:schemeClr val="bg1"/>
              </a:solidFill>
              <a:latin typeface="+mj-ea"/>
              <a:ea typeface="+mj-ea"/>
            </a:endParaRPr>
          </a:p>
        </p:txBody>
      </p:sp>
      <p:sp>
        <p:nvSpPr>
          <p:cNvPr id="30" name="Rectangle 29"/>
          <p:cNvSpPr/>
          <p:nvPr/>
        </p:nvSpPr>
        <p:spPr bwMode="auto">
          <a:xfrm>
            <a:off x="7148860" y="4489226"/>
            <a:ext cx="945931" cy="255112"/>
          </a:xfrm>
          <a:prstGeom prst="rect">
            <a:avLst/>
          </a:prstGeom>
          <a:solidFill>
            <a:srgbClr val="FF0000"/>
          </a:solidFill>
          <a:ln>
            <a:noFill/>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sz="1600" b="1" dirty="0" smtClean="0">
                <a:solidFill>
                  <a:schemeClr val="bg1"/>
                </a:solidFill>
                <a:latin typeface="+mj-ea"/>
                <a:ea typeface="+mj-ea"/>
              </a:rPr>
              <a:t>P2</a:t>
            </a:r>
            <a:endParaRPr kumimoji="1" lang="en-US" sz="1600" b="1" dirty="0">
              <a:solidFill>
                <a:schemeClr val="bg1"/>
              </a:solidFill>
              <a:latin typeface="+mj-ea"/>
              <a:ea typeface="+mj-ea"/>
            </a:endParaRPr>
          </a:p>
        </p:txBody>
      </p:sp>
    </p:spTree>
    <p:extLst>
      <p:ext uri="{BB962C8B-B14F-4D97-AF65-F5344CB8AC3E}">
        <p14:creationId xmlns:p14="http://schemas.microsoft.com/office/powerpoint/2010/main" val="32134959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ja-JP" altLang="en-US" dirty="0" smtClean="0"/>
              <a:t>（</a:t>
            </a:r>
            <a:r>
              <a:rPr lang="en-US" altLang="ja-JP" dirty="0"/>
              <a:t>9</a:t>
            </a:r>
            <a:r>
              <a:rPr lang="en-US" altLang="ja-JP" dirty="0" smtClean="0"/>
              <a:t>/10)</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ja-JP" altLang="en-US" sz="1600" b="1" dirty="0"/>
              <a:t>サーバーノード</a:t>
            </a:r>
            <a:r>
              <a:rPr lang="en-US" altLang="ja-JP" sz="1600" b="1" dirty="0"/>
              <a:t>.</a:t>
            </a:r>
            <a:r>
              <a:rPr lang="en-US" altLang="ja-JP" sz="1600" dirty="0"/>
              <a:t> </a:t>
            </a:r>
            <a:r>
              <a:rPr lang="ja-JP" altLang="en-US" sz="1600" dirty="0"/>
              <a:t>クラスタデータにアクセスするノードです。 </a:t>
            </a:r>
            <a:r>
              <a:rPr lang="en-US" altLang="ja-JP" sz="1600" dirty="0"/>
              <a:t>NDB </a:t>
            </a:r>
            <a:r>
              <a:rPr lang="ja-JP" altLang="en-US" sz="1600" dirty="0"/>
              <a:t>クラスタの場合、</a:t>
            </a:r>
            <a:r>
              <a:rPr lang="en-US" altLang="ja-JP" sz="1600" dirty="0"/>
              <a:t>SQL</a:t>
            </a:r>
            <a:r>
              <a:rPr lang="ja-JP" altLang="en-US" sz="1600" dirty="0"/>
              <a:t>ノードは</a:t>
            </a:r>
            <a:r>
              <a:rPr lang="en-US" altLang="ja-JP" sz="1600" dirty="0"/>
              <a:t>NDBCLUSTER</a:t>
            </a:r>
            <a:r>
              <a:rPr lang="ja-JP" altLang="en-US" sz="1600" dirty="0"/>
              <a:t>ストレージエンジンを使用する従来の</a:t>
            </a:r>
            <a:r>
              <a:rPr lang="en-US" altLang="ja-JP" sz="1600" dirty="0"/>
              <a:t>MySQL</a:t>
            </a:r>
            <a:r>
              <a:rPr lang="ja-JP" altLang="en-US" sz="1600" dirty="0"/>
              <a:t>サーバです。</a:t>
            </a:r>
            <a:r>
              <a:rPr lang="en-US" altLang="ja-JP" sz="1600" dirty="0"/>
              <a:t>SQL</a:t>
            </a:r>
            <a:r>
              <a:rPr lang="ja-JP" altLang="en-US" sz="1600" dirty="0"/>
              <a:t>ノードは</a:t>
            </a:r>
            <a:r>
              <a:rPr lang="en-US" altLang="ja-JP" sz="1600" dirty="0" err="1"/>
              <a:t>mysqld</a:t>
            </a:r>
            <a:r>
              <a:rPr lang="ja-JP" altLang="en-US" sz="1600" dirty="0"/>
              <a:t>プロセスです。</a:t>
            </a:r>
            <a:endParaRPr lang="en-US" altLang="ja-JP" sz="1600" dirty="0"/>
          </a:p>
          <a:p>
            <a:endParaRPr lang="en-US" altLang="ja-JP" sz="1600" b="1" dirty="0"/>
          </a:p>
          <a:p>
            <a:pPr marL="168275" indent="0">
              <a:buNone/>
            </a:pPr>
            <a:r>
              <a:rPr lang="ja-JP" altLang="en-US" sz="1600" dirty="0"/>
              <a:t>このノードは、アプリケーション・ロジックからデータ・ノードへの接続を提供します。 アプリケーションは、</a:t>
            </a:r>
            <a:r>
              <a:rPr lang="en-US" altLang="ja-JP" sz="1600" dirty="0"/>
              <a:t>1</a:t>
            </a:r>
            <a:r>
              <a:rPr lang="ja-JP" altLang="en-US" sz="1600" dirty="0"/>
              <a:t>つまたは複数の</a:t>
            </a:r>
            <a:r>
              <a:rPr lang="en-US" altLang="ja-JP" sz="1600" dirty="0"/>
              <a:t>MySQL</a:t>
            </a:r>
            <a:r>
              <a:rPr lang="ja-JP" altLang="en-US" sz="1600" dirty="0"/>
              <a:t>サーバを通じて</a:t>
            </a:r>
            <a:r>
              <a:rPr lang="en-US" altLang="ja-JP" sz="1600" dirty="0"/>
              <a:t>SQL</a:t>
            </a:r>
            <a:r>
              <a:rPr lang="ja-JP" altLang="en-US" sz="1600" dirty="0"/>
              <a:t>を使用してデータベースにアクセスし、</a:t>
            </a:r>
            <a:r>
              <a:rPr lang="en-US" altLang="ja-JP" sz="1600" dirty="0"/>
              <a:t>SQL</a:t>
            </a:r>
            <a:r>
              <a:rPr lang="ja-JP" altLang="en-US" sz="1600" dirty="0"/>
              <a:t>インタフェースの機能を</a:t>
            </a:r>
            <a:r>
              <a:rPr lang="en-US" altLang="ja-JP" sz="1600" dirty="0"/>
              <a:t>MySQL</a:t>
            </a:r>
            <a:r>
              <a:rPr lang="ja-JP" altLang="en-US" sz="1600" dirty="0"/>
              <a:t>クラスタに格納されたデータに変換します。</a:t>
            </a:r>
            <a:endParaRPr lang="en-US" altLang="ja-JP" sz="1600" dirty="0"/>
          </a:p>
          <a:p>
            <a:pPr marL="168275" indent="0">
              <a:buNone/>
            </a:pPr>
            <a:endParaRPr lang="en-US" altLang="ja-JP" sz="1600" dirty="0"/>
          </a:p>
          <a:p>
            <a:pPr marL="168275" indent="0">
              <a:buNone/>
            </a:pPr>
            <a:r>
              <a:rPr lang="ja-JP" altLang="en-US" sz="1600" dirty="0"/>
              <a:t>代わりに、</a:t>
            </a:r>
            <a:r>
              <a:rPr lang="en-US" altLang="ja-JP" sz="1600" dirty="0"/>
              <a:t>NDB API</a:t>
            </a:r>
            <a:r>
              <a:rPr lang="ja-JP" altLang="en-US" sz="1600" dirty="0"/>
              <a:t>と呼ばれる高性能（</a:t>
            </a:r>
            <a:r>
              <a:rPr lang="en-US" altLang="ja-JP" sz="1600" dirty="0"/>
              <a:t>C ++</a:t>
            </a:r>
            <a:r>
              <a:rPr lang="ja-JP" altLang="en-US" sz="1600" dirty="0"/>
              <a:t>ベース）インタフェースを使用して、余分な制御、リアルタイム性の向上、スループットの向上が可能です。 </a:t>
            </a:r>
            <a:r>
              <a:rPr lang="en-US" altLang="ja-JP" sz="1600" dirty="0"/>
              <a:t>NDB API</a:t>
            </a:r>
            <a:r>
              <a:rPr lang="ja-JP" altLang="en-US" sz="1600" dirty="0"/>
              <a:t>は、追加の</a:t>
            </a:r>
            <a:r>
              <a:rPr lang="en-US" altLang="ja-JP" sz="1600" dirty="0"/>
              <a:t>NoSQL</a:t>
            </a:r>
            <a:r>
              <a:rPr lang="ja-JP" altLang="en-US" sz="1600" dirty="0"/>
              <a:t>インターフェイスが</a:t>
            </a:r>
            <a:r>
              <a:rPr lang="en-US" altLang="ja-JP" sz="1600" dirty="0"/>
              <a:t>SQL</a:t>
            </a:r>
            <a:r>
              <a:rPr lang="ja-JP" altLang="en-US" sz="1600" dirty="0"/>
              <a:t>レイヤをバイパスしてクラスタに直接アクセスできるレイヤーを提供し、レイテンシを短縮し、開発者の柔軟性を向上させます。</a:t>
            </a:r>
          </a:p>
        </p:txBody>
      </p:sp>
    </p:spTree>
    <p:extLst>
      <p:ext uri="{BB962C8B-B14F-4D97-AF65-F5344CB8AC3E}">
        <p14:creationId xmlns:p14="http://schemas.microsoft.com/office/powerpoint/2010/main" val="22821236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MySQL</a:t>
            </a:r>
            <a:r>
              <a:rPr lang="ja-JP" altLang="en-US" dirty="0"/>
              <a:t>クラスタ</a:t>
            </a:r>
            <a:r>
              <a:rPr lang="en-US" dirty="0"/>
              <a:t>:</a:t>
            </a:r>
            <a:r>
              <a:rPr lang="ja-JP" altLang="en-US" dirty="0"/>
              <a:t>コンポーネント 　</a:t>
            </a:r>
            <a:r>
              <a:rPr lang="ja-JP" altLang="en-US" dirty="0" smtClean="0"/>
              <a:t>（</a:t>
            </a:r>
            <a:r>
              <a:rPr lang="en-US" altLang="ja-JP" dirty="0" smtClean="0"/>
              <a:t>10/10)</a:t>
            </a:r>
            <a:endParaRPr kumimoji="1" lang="ja-JP" altLang="en-US" dirty="0"/>
          </a:p>
        </p:txBody>
      </p:sp>
      <p:sp>
        <p:nvSpPr>
          <p:cNvPr id="3" name="コンテンツ プレースホルダー 2"/>
          <p:cNvSpPr>
            <a:spLocks noGrp="1"/>
          </p:cNvSpPr>
          <p:nvPr>
            <p:ph sz="quarter" idx="10"/>
          </p:nvPr>
        </p:nvSpPr>
        <p:spPr/>
        <p:txBody>
          <a:bodyPr>
            <a:normAutofit/>
          </a:bodyPr>
          <a:lstStyle/>
          <a:p>
            <a:r>
              <a:rPr lang="ja-JP" altLang="en-US" sz="1600" b="1" dirty="0"/>
              <a:t>管理ノード</a:t>
            </a:r>
            <a:r>
              <a:rPr lang="en-US" altLang="ja-JP" sz="1600" b="1" dirty="0"/>
              <a:t>.</a:t>
            </a:r>
            <a:r>
              <a:rPr lang="ja-JP" altLang="en-US" sz="1600" b="1" dirty="0"/>
              <a:t>　</a:t>
            </a:r>
            <a:r>
              <a:rPr lang="ja-JP" altLang="en-US" sz="1600" dirty="0"/>
              <a:t>このタイプのノードの役割は、</a:t>
            </a:r>
            <a:r>
              <a:rPr lang="en-US" altLang="ja-JP" sz="1600" dirty="0"/>
              <a:t>NDB Cluster</a:t>
            </a:r>
            <a:r>
              <a:rPr lang="ja-JP" altLang="en-US" sz="1600" dirty="0"/>
              <a:t>内の他のノードを管理し、構成データの提供、ノードの起動と停止、バックアップの実行などの機能を実行することです。 このノードタイプは他のノードの構成を管理するため、このタイプのノードは、他のノードよりも先に開始する必要があります。 </a:t>
            </a:r>
            <a:r>
              <a:rPr lang="en-US" altLang="ja-JP" sz="1600" dirty="0"/>
              <a:t>MGM</a:t>
            </a:r>
            <a:r>
              <a:rPr lang="ja-JP" altLang="en-US" sz="1600" dirty="0"/>
              <a:t>ノードは</a:t>
            </a:r>
            <a:r>
              <a:rPr lang="en-US" altLang="ja-JP" sz="1600" dirty="0" err="1"/>
              <a:t>ndb_mgmd</a:t>
            </a:r>
            <a:r>
              <a:rPr lang="ja-JP" altLang="en-US" sz="1600" dirty="0"/>
              <a:t>コマンドで起動します</a:t>
            </a:r>
            <a:r>
              <a:rPr lang="en-US" altLang="ja-JP" sz="1600" dirty="0"/>
              <a:t>.</a:t>
            </a:r>
          </a:p>
          <a:p>
            <a:endParaRPr lang="en-US" altLang="ja-JP" sz="1600" dirty="0"/>
          </a:p>
          <a:p>
            <a:pPr marL="168275" indent="0">
              <a:buNone/>
            </a:pPr>
            <a:r>
              <a:rPr lang="ja-JP" altLang="en-US" sz="1600" dirty="0"/>
              <a:t>デフォルトでは、管理ノードは、「スプリット・ブレイン」または「ネットワーク・パーティション化」を示すクラスタにつながるネットワーク障害が発生した場合に、アービトレーション・サービスも提供します。</a:t>
            </a:r>
          </a:p>
        </p:txBody>
      </p:sp>
    </p:spTree>
    <p:extLst>
      <p:ext uri="{BB962C8B-B14F-4D97-AF65-F5344CB8AC3E}">
        <p14:creationId xmlns:p14="http://schemas.microsoft.com/office/powerpoint/2010/main" val="8646348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2418307"/>
      </p:ext>
    </p:extLst>
  </p:cSld>
  <p:clrMapOvr>
    <a:masterClrMapping/>
  </p:clrMapOvr>
  <p:timing>
    <p:tnLst>
      <p:par>
        <p:cTn id="1" dur="indefinite" restart="never" nodeType="tmRoot"/>
      </p:par>
    </p:tnLst>
  </p:timing>
</p:sld>
</file>

<file path=ppt/theme/theme1.xml><?xml version="1.0" encoding="utf-8"?>
<a:theme xmlns:a="http://schemas.openxmlformats.org/drawingml/2006/main" name="NEC_standard_4_3_en">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_font">
      <a:majorFont>
        <a:latin typeface="Verdana"/>
        <a:ea typeface="メイリオ"/>
        <a:cs typeface=""/>
        <a:font script="Jpan" typeface="メイリオ"/>
        <a:font script="Hans" typeface="微軟雅黒"/>
        <a:font script="Hant" typeface="微軟雅黒"/>
      </a:majorFont>
      <a:minorFont>
        <a:latin typeface="Verdana"/>
        <a:ea typeface="メイリオ"/>
        <a:cs typeface=""/>
        <a:font script="Jpan" typeface="メイリオ"/>
        <a:font script="Hans" typeface="微軟雅黒"/>
        <a:font script="Hant" typeface="微軟雅黒"/>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ln>
        <a:effectLs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b="1" dirty="0">
            <a:latin typeface="+mj-ea"/>
            <a:ea typeface="+mj-ea"/>
          </a:defRPr>
        </a:defPPr>
      </a:lstStyle>
    </a:spDef>
    <a:lnDef>
      <a:spPr bwMode="auto">
        <a:solidFill>
          <a:schemeClr val="bg1"/>
        </a:solidFill>
        <a:ln w="9525" cap="flat" cmpd="sng" algn="ctr">
          <a:solidFill>
            <a:schemeClr val="accent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tx1">
                    <a:alpha val="50000"/>
                  </a:schemeClr>
                </a:outerShdw>
              </a:effectLst>
            </a14:hiddenEffects>
          </a:ext>
        </a:extLst>
      </a:spPr>
      <a:bodyPr/>
      <a:lstStyle/>
    </a:lnDef>
  </a:objectDefaults>
  <a:extraClrSchemeLst>
    <a:extraClrScheme>
      <a:clrScheme name="1_stream_st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ream_st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ream_st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ream_st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ream_st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ream_st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ream_st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ream_st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ream_st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ream_st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ream_st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ream_st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ream_stn 13">
        <a:dk1>
          <a:srgbClr val="000000"/>
        </a:dk1>
        <a:lt1>
          <a:srgbClr val="FFFFFF"/>
        </a:lt1>
        <a:dk2>
          <a:srgbClr val="000000"/>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
      <a:clrScheme name="1_stream_stn 14">
        <a:dk1>
          <a:srgbClr val="000000"/>
        </a:dk1>
        <a:lt1>
          <a:srgbClr val="FFFFFF"/>
        </a:lt1>
        <a:dk2>
          <a:srgbClr val="000066"/>
        </a:dk2>
        <a:lt2>
          <a:srgbClr val="808080"/>
        </a:lt2>
        <a:accent1>
          <a:srgbClr val="FFD200"/>
        </a:accent1>
        <a:accent2>
          <a:srgbClr val="E62D00"/>
        </a:accent2>
        <a:accent3>
          <a:srgbClr val="FFFFFF"/>
        </a:accent3>
        <a:accent4>
          <a:srgbClr val="000000"/>
        </a:accent4>
        <a:accent5>
          <a:srgbClr val="FFE5AA"/>
        </a:accent5>
        <a:accent6>
          <a:srgbClr val="D02800"/>
        </a:accent6>
        <a:hlink>
          <a:srgbClr val="00B4A0"/>
        </a:hlink>
        <a:folHlink>
          <a:srgbClr val="69B43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rchestratedcolor_2015">
      <a:dk1>
        <a:srgbClr val="000000"/>
      </a:dk1>
      <a:lt1>
        <a:srgbClr val="FFFFFF"/>
      </a:lt1>
      <a:dk2>
        <a:srgbClr val="000000"/>
      </a:dk2>
      <a:lt2>
        <a:srgbClr val="FFFFFF"/>
      </a:lt2>
      <a:accent1>
        <a:srgbClr val="76491B"/>
      </a:accent1>
      <a:accent2>
        <a:srgbClr val="76161B"/>
      </a:accent2>
      <a:accent3>
        <a:srgbClr val="203315"/>
      </a:accent3>
      <a:accent4>
        <a:srgbClr val="1C4A50"/>
      </a:accent4>
      <a:accent5>
        <a:srgbClr val="31253B"/>
      </a:accent5>
      <a:accent6>
        <a:srgbClr val="002B62"/>
      </a:accent6>
      <a:hlink>
        <a:srgbClr val="4575FD"/>
      </a:hlink>
      <a:folHlink>
        <a:srgbClr val="9E5ECE"/>
      </a:folHlink>
    </a:clrScheme>
    <a:fontScheme name="orchestratedfont_en_2015">
      <a:majorFont>
        <a:latin typeface="Verdana"/>
        <a:ea typeface="メイリオ"/>
        <a:cs typeface=""/>
        <a:font script="Jpan" typeface="メイリオ"/>
        <a:font script="Hans" typeface="微軟雅黒"/>
        <a:font script="Hant" typeface="微軟雅黒"/>
      </a:majorFont>
      <a:minorFont>
        <a:latin typeface="Verdana"/>
        <a:ea typeface="メイリオ"/>
        <a:cs typeface=""/>
        <a:font script="Jpan" typeface="メイリオ"/>
        <a:font script="Hans" typeface="微軟雅黒"/>
        <a:font script="Hant" typeface="微軟雅黒"/>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 ??"/>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 ??"/>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NEC_standard_4_3_en</Template>
  <TotalTime>0</TotalTime>
  <Words>3257</Words>
  <Application>Microsoft Office PowerPoint</Application>
  <PresentationFormat>On-screen Show (4:3)</PresentationFormat>
  <Paragraphs>427</Paragraphs>
  <Slides>25</Slides>
  <Notes>3</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NEC_standard_4_3_en</vt:lpstr>
      <vt:lpstr>MySQLクラスタ</vt:lpstr>
      <vt:lpstr>PowerPoint Presentation</vt:lpstr>
      <vt:lpstr>PowerPoint Presentation</vt:lpstr>
      <vt:lpstr>目次</vt:lpstr>
      <vt:lpstr>MySQLクラスタの調査</vt:lpstr>
      <vt:lpstr>MySQLクラスタ:MySQLクラスタとは</vt:lpstr>
      <vt:lpstr>MySQLクラスタ:主な機能</vt:lpstr>
      <vt:lpstr>MySQLクラスタ:システム要求　（1/2)</vt:lpstr>
      <vt:lpstr>MySQLクラスタ:システム要求　（2/2)</vt:lpstr>
      <vt:lpstr>MySQLクラスタ:バージョン 7.5 の情報　（1/2)</vt:lpstr>
      <vt:lpstr>MySQLクラスタ:バージョン 7.5 の情報　（2/2)</vt:lpstr>
      <vt:lpstr>MySQLクラスタ:ライセンス情報</vt:lpstr>
      <vt:lpstr>MySQLクラスタ:アーキテクチャー　（1/2)</vt:lpstr>
      <vt:lpstr>MySQLクラスタ:アーキテクチャー　（2/2)</vt:lpstr>
      <vt:lpstr>MySQLクラスタ:コンポーネント 　（1/10)</vt:lpstr>
      <vt:lpstr>MySQLクラスタ:コンポーネント 　（2/10)</vt:lpstr>
      <vt:lpstr>MySQLクラスタ:コンポーネント 　（3/10)</vt:lpstr>
      <vt:lpstr>MySQLクラスタ:コンポーネント 　（4/10)</vt:lpstr>
      <vt:lpstr>MySQLクラスタ:コンポーネント 　（5/10)</vt:lpstr>
      <vt:lpstr>MySQLクラスタ:コンポーネント 　（6/10)</vt:lpstr>
      <vt:lpstr>MySQLクラスタ:コンポーネント 　（7/10)</vt:lpstr>
      <vt:lpstr>MySQLクラスタ:コンポーネント 　（8/10)</vt:lpstr>
      <vt:lpstr>MySQLクラスタ:コンポーネント 　（9/10)</vt:lpstr>
      <vt:lpstr>MySQLクラスタ:コンポーネント 　（10/10)</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2015-07-21T05:37:26Z</dcterms:created>
  <dcterms:modified xsi:type="dcterms:W3CDTF">2017-06-23T09:18:11Z</dcterms:modified>
</cp:coreProperties>
</file>