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57" r:id="rId1"/>
  </p:sldMasterIdLst>
  <p:notesMasterIdLst>
    <p:notesMasterId r:id="rId5"/>
  </p:notesMasterIdLst>
  <p:handoutMasterIdLst>
    <p:handoutMasterId r:id="rId6"/>
  </p:handoutMasterIdLst>
  <p:sldIdLst>
    <p:sldId id="271" r:id="rId2"/>
    <p:sldId id="272" r:id="rId3"/>
    <p:sldId id="273" r:id="rId4"/>
  </p:sldIdLst>
  <p:sldSz cx="9144000" cy="6858000" type="screen4x3"/>
  <p:notesSz cx="6807200" cy="9939338"/>
  <p:kinsoku lang="ja-JP" invalStChars="、。，．・：；？！゛゜ヽヾゝゞ々ー’”）〕］｝〉》」』】°‰′″℃￠％ぁぃぅぇぉっゃゅょゎァィゥェォッャュョヮヵヶ!%),.:;?]}｡｣､･ｧｨｩｪｫｬｭｮｯｰﾞﾟ" invalEndChars="‘“（〔［｛〈《「『【￥＄$([\{｢￡"/>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3B87605F-6347-4350-B173-1EE1CBAA3787}">
          <p14:sldIdLst/>
        </p14:section>
        <p14:section name="Table of Contents" id="{0B1E2898-31BC-42F3-A5A5-141726087CC7}">
          <p14:sldIdLst/>
        </p14:section>
        <p14:section name="Body" id="{18FAE958-DF6E-4AAC-835E-E68BDECA82A9}">
          <p14:sldIdLst>
            <p14:sldId id="271"/>
            <p14:sldId id="272"/>
            <p14:sldId id="273"/>
          </p14:sldIdLst>
        </p14:section>
        <p14:section name="Corporate Mark" id="{043BD1DC-881F-4DDA-BE71-3D4C881D9A5E}">
          <p14:sldIdLst/>
        </p14:section>
      </p14:sectionLst>
    </p:ext>
    <p:ext uri="{EFAFB233-063F-42B5-8137-9DF3F51BA10A}">
      <p15:sldGuideLst xmlns="" xmlns:p15="http://schemas.microsoft.com/office/powerpoint/2012/main">
        <p15:guide id="1" orient="horz" pos="527">
          <p15:clr>
            <a:srgbClr val="A4A3A4"/>
          </p15:clr>
        </p15:guide>
        <p15:guide id="2" orient="horz" pos="73">
          <p15:clr>
            <a:srgbClr val="A4A3A4"/>
          </p15:clr>
        </p15:guide>
        <p15:guide id="3" orient="horz" pos="4064">
          <p15:clr>
            <a:srgbClr val="A4A3A4"/>
          </p15:clr>
        </p15:guide>
        <p15:guide id="4" pos="2880">
          <p15:clr>
            <a:srgbClr val="A4A3A4"/>
          </p15:clr>
        </p15:guide>
        <p15:guide id="5" pos="113">
          <p15:clr>
            <a:srgbClr val="A4A3A4"/>
          </p15:clr>
        </p15:guide>
        <p15:guide id="6" pos="5647">
          <p15:clr>
            <a:srgbClr val="A4A3A4"/>
          </p15:clr>
        </p15:guide>
      </p15:sldGuideLst>
    </p:ext>
    <p:ext uri="{2D200454-40CA-4A62-9FC3-DE9A4176ACB9}">
      <p15:notesGuideLst xmlns=""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45" autoAdjust="0"/>
    <p:restoredTop sz="91304" autoAdjust="0"/>
  </p:normalViewPr>
  <p:slideViewPr>
    <p:cSldViewPr snapToGrid="0" snapToObjects="1">
      <p:cViewPr>
        <p:scale>
          <a:sx n="91" d="100"/>
          <a:sy n="91" d="100"/>
        </p:scale>
        <p:origin x="-1314" y="-72"/>
      </p:cViewPr>
      <p:guideLst>
        <p:guide orient="horz" pos="527"/>
        <p:guide orient="horz" pos="73"/>
        <p:guide orient="horz" pos="4064"/>
        <p:guide pos="2880"/>
        <p:guide pos="113"/>
        <p:guide pos="5647"/>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8" d="100"/>
          <a:sy n="88" d="100"/>
        </p:scale>
        <p:origin x="-3744" y="-108"/>
      </p:cViewPr>
      <p:guideLst>
        <p:guide orient="horz" pos="3130"/>
        <p:guide pos="2145"/>
      </p:guideLst>
    </p:cSldViewPr>
  </p:notes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49787" cy="496967"/>
          </a:xfrm>
          <a:prstGeom prst="rect">
            <a:avLst/>
          </a:prstGeom>
        </p:spPr>
        <p:txBody>
          <a:bodyPr vert="horz" lIns="92221" tIns="46111" rIns="92221" bIns="46111" rtlCol="0"/>
          <a:lstStyle>
            <a:lvl1pPr algn="l">
              <a:defRPr sz="1200"/>
            </a:lvl1pPr>
          </a:lstStyle>
          <a:p>
            <a:endParaRPr kumimoji="1" lang="ja-JP" altLang="en-US" dirty="0">
              <a:ea typeface="メイリオ" panose="020B0604030504040204" pitchFamily="50" charset="-128"/>
            </a:endParaRPr>
          </a:p>
        </p:txBody>
      </p:sp>
      <p:sp>
        <p:nvSpPr>
          <p:cNvPr id="3" name="日付プレースホルダー 2"/>
          <p:cNvSpPr>
            <a:spLocks noGrp="1"/>
          </p:cNvSpPr>
          <p:nvPr>
            <p:ph type="dt" sz="quarter" idx="1"/>
          </p:nvPr>
        </p:nvSpPr>
        <p:spPr>
          <a:xfrm>
            <a:off x="3855839" y="1"/>
            <a:ext cx="2949787" cy="496967"/>
          </a:xfrm>
          <a:prstGeom prst="rect">
            <a:avLst/>
          </a:prstGeom>
        </p:spPr>
        <p:txBody>
          <a:bodyPr vert="horz" lIns="92221" tIns="46111" rIns="92221" bIns="46111" rtlCol="0"/>
          <a:lstStyle>
            <a:lvl1pPr algn="r">
              <a:defRPr sz="1200"/>
            </a:lvl1pPr>
          </a:lstStyle>
          <a:p>
            <a:fld id="{D829EBEE-5DBD-45D0-BA62-80122688BEB8}" type="datetimeFigureOut">
              <a:rPr kumimoji="1" lang="ja-JP" altLang="en-US" smtClean="0">
                <a:ea typeface="メイリオ" panose="020B0604030504040204" pitchFamily="50" charset="-128"/>
              </a:rPr>
              <a:t>2017/6/16</a:t>
            </a:fld>
            <a:endParaRPr kumimoji="1" lang="ja-JP" altLang="en-US" dirty="0">
              <a:ea typeface="メイリオ" panose="020B0604030504040204" pitchFamily="50" charset="-128"/>
            </a:endParaRPr>
          </a:p>
        </p:txBody>
      </p:sp>
      <p:sp>
        <p:nvSpPr>
          <p:cNvPr id="4" name="フッター プレースホルダー 3"/>
          <p:cNvSpPr>
            <a:spLocks noGrp="1"/>
          </p:cNvSpPr>
          <p:nvPr>
            <p:ph type="ftr" sz="quarter" idx="2"/>
          </p:nvPr>
        </p:nvSpPr>
        <p:spPr>
          <a:xfrm>
            <a:off x="2" y="9440647"/>
            <a:ext cx="2949787" cy="496967"/>
          </a:xfrm>
          <a:prstGeom prst="rect">
            <a:avLst/>
          </a:prstGeom>
        </p:spPr>
        <p:txBody>
          <a:bodyPr vert="horz" lIns="92221" tIns="46111" rIns="92221" bIns="46111" rtlCol="0" anchor="b"/>
          <a:lstStyle>
            <a:lvl1pPr algn="l">
              <a:defRPr sz="1200"/>
            </a:lvl1pPr>
          </a:lstStyle>
          <a:p>
            <a:endParaRPr kumimoji="1" lang="ja-JP" altLang="en-US" dirty="0">
              <a:ea typeface="メイリオ" panose="020B0604030504040204" pitchFamily="50" charset="-128"/>
            </a:endParaRPr>
          </a:p>
        </p:txBody>
      </p:sp>
      <p:sp>
        <p:nvSpPr>
          <p:cNvPr id="5" name="スライド番号プレースホルダー 4"/>
          <p:cNvSpPr>
            <a:spLocks noGrp="1"/>
          </p:cNvSpPr>
          <p:nvPr>
            <p:ph type="sldNum" sz="quarter" idx="3"/>
          </p:nvPr>
        </p:nvSpPr>
        <p:spPr>
          <a:xfrm>
            <a:off x="3855839" y="9440647"/>
            <a:ext cx="2949787" cy="496967"/>
          </a:xfrm>
          <a:prstGeom prst="rect">
            <a:avLst/>
          </a:prstGeom>
        </p:spPr>
        <p:txBody>
          <a:bodyPr vert="horz" lIns="92221" tIns="46111" rIns="92221" bIns="46111" rtlCol="0" anchor="b"/>
          <a:lstStyle>
            <a:lvl1pPr algn="r">
              <a:defRPr sz="1200"/>
            </a:lvl1pPr>
          </a:lstStyle>
          <a:p>
            <a:fld id="{6322DB22-2E22-491B-AA6C-F689DB200DBB}" type="slidenum">
              <a:rPr kumimoji="1" lang="ja-JP" altLang="en-US" smtClean="0">
                <a:ea typeface="メイリオ" panose="020B0604030504040204" pitchFamily="50" charset="-128"/>
              </a:rPr>
              <a:t>‹#›</a:t>
            </a:fld>
            <a:endParaRPr kumimoji="1" lang="ja-JP" altLang="en-US" dirty="0">
              <a:ea typeface="メイリオ" panose="020B0604030504040204" pitchFamily="50" charset="-128"/>
            </a:endParaRPr>
          </a:p>
        </p:txBody>
      </p:sp>
    </p:spTree>
    <p:extLst>
      <p:ext uri="{BB962C8B-B14F-4D97-AF65-F5344CB8AC3E}">
        <p14:creationId xmlns:p14="http://schemas.microsoft.com/office/powerpoint/2010/main" val="16310505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55839" y="1"/>
            <a:ext cx="2949787" cy="288000"/>
          </a:xfrm>
          <a:prstGeom prst="rect">
            <a:avLst/>
          </a:prstGeom>
        </p:spPr>
        <p:txBody>
          <a:bodyPr vert="horz" lIns="92221" tIns="46111" rIns="92221" bIns="46111" rtlCol="0"/>
          <a:lstStyle>
            <a:lvl1pPr algn="r">
              <a:defRPr sz="1000">
                <a:ea typeface="メイリオ" panose="020B0604030504040204" pitchFamily="50" charset="-128"/>
              </a:defRPr>
            </a:lvl1pPr>
          </a:lstStyle>
          <a:p>
            <a:fld id="{4B26993D-C081-44EB-B0F5-A9F467792B62}" type="datetimeFigureOut">
              <a:rPr lang="ja-JP" altLang="en-US" smtClean="0"/>
              <a:pPr/>
              <a:t>2017/6/16</a:t>
            </a:fld>
            <a:endParaRPr lang="ja-JP" altLang="en-US" dirty="0"/>
          </a:p>
        </p:txBody>
      </p:sp>
      <p:sp>
        <p:nvSpPr>
          <p:cNvPr id="7" name="スライド番号プレースホルダー 6"/>
          <p:cNvSpPr>
            <a:spLocks noGrp="1"/>
          </p:cNvSpPr>
          <p:nvPr>
            <p:ph type="sldNum" sz="quarter" idx="5"/>
          </p:nvPr>
        </p:nvSpPr>
        <p:spPr>
          <a:xfrm>
            <a:off x="3855839" y="9652150"/>
            <a:ext cx="2949787" cy="288000"/>
          </a:xfrm>
          <a:prstGeom prst="rect">
            <a:avLst/>
          </a:prstGeom>
        </p:spPr>
        <p:txBody>
          <a:bodyPr vert="horz" lIns="92221" tIns="46111" rIns="92221" bIns="46111" rtlCol="0" anchor="b"/>
          <a:lstStyle>
            <a:lvl1pPr algn="r">
              <a:defRPr sz="1000">
                <a:ea typeface="メイリオ" panose="020B0604030504040204" pitchFamily="50" charset="-128"/>
              </a:defRPr>
            </a:lvl1pPr>
          </a:lstStyle>
          <a:p>
            <a:fld id="{CFBBA293-708C-4261-9FD1-AE04041D5F79}" type="slidenum">
              <a:rPr lang="ja-JP" altLang="en-US" smtClean="0"/>
              <a:pPr/>
              <a:t>‹#›</a:t>
            </a:fld>
            <a:endParaRPr lang="ja-JP" altLang="en-US" dirty="0"/>
          </a:p>
        </p:txBody>
      </p:sp>
      <p:sp>
        <p:nvSpPr>
          <p:cNvPr id="8" name="スライド イメージ プレースホルダー 7"/>
          <p:cNvSpPr>
            <a:spLocks noGrp="1" noRot="1" noChangeAspect="1"/>
          </p:cNvSpPr>
          <p:nvPr>
            <p:ph type="sldImg" idx="2"/>
          </p:nvPr>
        </p:nvSpPr>
        <p:spPr>
          <a:xfrm>
            <a:off x="919163" y="431800"/>
            <a:ext cx="4968875" cy="3725863"/>
          </a:xfrm>
          <a:prstGeom prst="rect">
            <a:avLst/>
          </a:prstGeom>
          <a:noFill/>
          <a:ln w="12700">
            <a:solidFill>
              <a:prstClr val="black"/>
            </a:solidFill>
          </a:ln>
        </p:spPr>
        <p:txBody>
          <a:bodyPr vert="horz" lIns="91433" tIns="45716" rIns="91433" bIns="45716" rtlCol="0" anchor="ctr"/>
          <a:lstStyle/>
          <a:p>
            <a:endParaRPr lang="ja-JP" altLang="en-US" dirty="0"/>
          </a:p>
        </p:txBody>
      </p:sp>
      <p:sp>
        <p:nvSpPr>
          <p:cNvPr id="9" name="ノート プレースホルダー 8"/>
          <p:cNvSpPr>
            <a:spLocks noGrp="1"/>
          </p:cNvSpPr>
          <p:nvPr>
            <p:ph type="body" sz="quarter" idx="3"/>
          </p:nvPr>
        </p:nvSpPr>
        <p:spPr>
          <a:xfrm>
            <a:off x="91601" y="4320000"/>
            <a:ext cx="6624000" cy="5220000"/>
          </a:xfrm>
          <a:prstGeom prst="rect">
            <a:avLst/>
          </a:prstGeom>
        </p:spPr>
        <p:txBody>
          <a:bodyPr vert="horz" lIns="0" tIns="45716" rIns="0" bIns="45716" rtlCol="0"/>
          <a:lstStyle/>
          <a:p>
            <a:pPr lvl="0"/>
            <a:r>
              <a:rPr kumimoji="1" lang="ja-JP" altLang="en-US" dirty="0" smtClean="0"/>
              <a:t>マスター テキストの書式設定</a:t>
            </a:r>
          </a:p>
        </p:txBody>
      </p:sp>
    </p:spTree>
    <p:extLst>
      <p:ext uri="{BB962C8B-B14F-4D97-AF65-F5344CB8AC3E}">
        <p14:creationId xmlns:p14="http://schemas.microsoft.com/office/powerpoint/2010/main" val="45250295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100" kern="1200">
        <a:solidFill>
          <a:schemeClr val="tx1"/>
        </a:solidFill>
        <a:latin typeface="+mn-lt"/>
        <a:ea typeface="メイリオ" panose="020B0604030504040204" pitchFamily="50" charset="-128"/>
        <a:cs typeface="+mn-cs"/>
      </a:defRPr>
    </a:lvl1pPr>
    <a:lvl2pPr marL="457200" algn="l" defTabSz="914400" rtl="0" eaLnBrk="1" latinLnBrk="0" hangingPunct="1">
      <a:defRPr kumimoji="1" sz="800" kern="1200">
        <a:solidFill>
          <a:schemeClr val="tx1"/>
        </a:solidFill>
        <a:latin typeface="+mn-lt"/>
        <a:ea typeface="メイリオ" panose="020B0604030504040204" pitchFamily="50" charset="-128"/>
        <a:cs typeface="+mn-cs"/>
      </a:defRPr>
    </a:lvl2pPr>
    <a:lvl3pPr marL="914400" algn="l" defTabSz="914400" rtl="0" eaLnBrk="1" latinLnBrk="0" hangingPunct="1">
      <a:defRPr kumimoji="1" sz="800" kern="1200">
        <a:solidFill>
          <a:schemeClr val="tx1"/>
        </a:solidFill>
        <a:latin typeface="+mn-lt"/>
        <a:ea typeface="メイリオ" panose="020B0604030504040204" pitchFamily="50" charset="-128"/>
        <a:cs typeface="+mn-cs"/>
      </a:defRPr>
    </a:lvl3pPr>
    <a:lvl4pPr marL="1371600" algn="l" defTabSz="914400" rtl="0" eaLnBrk="1" latinLnBrk="0" hangingPunct="1">
      <a:defRPr kumimoji="1" sz="800" kern="1200">
        <a:solidFill>
          <a:schemeClr val="tx1"/>
        </a:solidFill>
        <a:latin typeface="+mn-lt"/>
        <a:ea typeface="メイリオ" panose="020B0604030504040204" pitchFamily="50" charset="-128"/>
        <a:cs typeface="+mn-cs"/>
      </a:defRPr>
    </a:lvl4pPr>
    <a:lvl5pPr marL="1828800" algn="l" defTabSz="914400" rtl="0" eaLnBrk="1" latinLnBrk="0" hangingPunct="1">
      <a:defRPr kumimoji="1" sz="800" kern="1200">
        <a:solidFill>
          <a:schemeClr val="tx1"/>
        </a:solidFill>
        <a:latin typeface="+mn-lt"/>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1.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Background_Titl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4" name="タイトル"/>
          <p:cNvSpPr>
            <a:spLocks noGrp="1"/>
          </p:cNvSpPr>
          <p:nvPr>
            <p:ph type="title" hasCustomPrompt="1"/>
          </p:nvPr>
        </p:nvSpPr>
        <p:spPr bwMode="gray">
          <a:xfrm>
            <a:off x="179513" y="3105369"/>
            <a:ext cx="8784000" cy="528794"/>
          </a:xfrm>
        </p:spPr>
        <p:txBody>
          <a:bodyPr anchor="b" anchorCtr="0">
            <a:spAutoFit/>
          </a:bodyPr>
          <a:lstStyle>
            <a:lvl1pPr>
              <a:defRPr sz="3200">
                <a:solidFill>
                  <a:schemeClr val="accent6"/>
                </a:solidFill>
                <a:effectLst/>
                <a:latin typeface="Verdana" panose="020B0604030504040204" pitchFamily="34" charset="0"/>
                <a:cs typeface="Verdana" panose="020B0604030504040204" pitchFamily="34" charset="0"/>
              </a:defRPr>
            </a:lvl1pPr>
          </a:lstStyle>
          <a:p>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a:xfrm>
            <a:off x="179387" y="1800000"/>
            <a:ext cx="6372000" cy="360000"/>
          </a:xfrm>
        </p:spPr>
        <p:txBody>
          <a:bodyPr>
            <a:noAutofit/>
          </a:bodyPr>
          <a:lstStyle>
            <a:lvl1pPr marL="0" indent="0">
              <a:buNone/>
              <a:defRPr sz="1800" baseline="0">
                <a:latin typeface="Verdana" panose="020B0604030504040204" pitchFamily="34" charset="0"/>
                <a:cs typeface="Verdana" panose="020B0604030504040204" pitchFamily="34" charset="0"/>
              </a:defRPr>
            </a:lvl1pPr>
          </a:lstStyle>
          <a:p>
            <a:r>
              <a:rPr lang="en-US" altLang="ja-JP" dirty="0" smtClean="0"/>
              <a:t>Enter the addressee as required.</a:t>
            </a:r>
            <a:endParaRPr lang="ja-JP" altLang="en-US" dirty="0"/>
          </a:p>
        </p:txBody>
      </p:sp>
      <p:sp>
        <p:nvSpPr>
          <p:cNvPr id="5" name="テキスト プレースホルダー"/>
          <p:cNvSpPr>
            <a:spLocks noGrp="1"/>
          </p:cNvSpPr>
          <p:nvPr>
            <p:ph type="body" sz="quarter" idx="10" hasCustomPrompt="1"/>
          </p:nvPr>
        </p:nvSpPr>
        <p:spPr bwMode="invGray">
          <a:xfrm>
            <a:off x="179513" y="4032000"/>
            <a:ext cx="6552727" cy="707886"/>
          </a:xfrm>
        </p:spPr>
        <p:txBody>
          <a:bodyPr wrap="square">
            <a:spAutoFit/>
          </a:bodyPr>
          <a:lstStyle>
            <a:lvl1pPr marL="0" indent="0">
              <a:buNone/>
              <a:defRPr sz="2000" baseline="0">
                <a:solidFill>
                  <a:schemeClr val="bg1"/>
                </a:solidFill>
                <a:latin typeface="Verdana" panose="020B0604030504040204" pitchFamily="34" charset="0"/>
                <a:cs typeface="Verdana" panose="020B0604030504040204" pitchFamily="34" charset="0"/>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br>
              <a:rPr kumimoji="1" lang="en-US" altLang="ja-JP" dirty="0" smtClean="0"/>
            </a:br>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29887157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blue)">
    <p:bg bwMode="ltGray">
      <p:bgPr>
        <a:solidFill>
          <a:schemeClr val="accent6"/>
        </a:solidFill>
        <a:effectLst/>
      </p:bgPr>
    </p:bg>
    <p:spTree>
      <p:nvGrpSpPr>
        <p:cNvPr id="1" name=""/>
        <p:cNvGrpSpPr/>
        <p:nvPr/>
      </p:nvGrpSpPr>
      <p:grpSpPr>
        <a:xfrm>
          <a:off x="0" y="0"/>
          <a:ext cx="0" cy="0"/>
          <a:chOff x="0" y="0"/>
          <a:chExt cx="0" cy="0"/>
        </a:xfrm>
      </p:grpSpPr>
      <p:pic>
        <p:nvPicPr>
          <p:cNvPr id="5" name="Background_TitleBlu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13" name="タイトル"/>
          <p:cNvSpPr>
            <a:spLocks noGrp="1"/>
          </p:cNvSpPr>
          <p:nvPr>
            <p:ph type="title" hasCustomPrompt="1"/>
          </p:nvPr>
        </p:nvSpPr>
        <p:spPr bwMode="invGray">
          <a:xfrm>
            <a:off x="179513" y="2905844"/>
            <a:ext cx="8760432" cy="585866"/>
          </a:xfrm>
        </p:spPr>
        <p:txBody>
          <a:bodyPr vert="horz" lIns="91440" tIns="45720" rIns="91440" bIns="45720" rtlCol="0" anchor="b" anchorCtr="0">
            <a:spAutoFit/>
          </a:bodyPr>
          <a:lstStyle>
            <a:lvl1pPr>
              <a:defRPr lang="ja-JP" altLang="en-US" sz="3200" kern="0" dirty="0">
                <a:solidFill>
                  <a:schemeClr val="bg1"/>
                </a:solidFill>
                <a:effectLst/>
              </a:defRPr>
            </a:lvl1pPr>
          </a:lstStyle>
          <a:p>
            <a:pPr marL="0" lvl="0" defTabSz="914400" latinLnBrk="0"/>
            <a:r>
              <a:rPr kumimoji="1" lang="en-US" altLang="ja-JP" dirty="0" smtClean="0"/>
              <a:t>Enter the title.</a:t>
            </a:r>
            <a:endParaRPr kumimoji="1" lang="ja-JP" altLang="en-US" dirty="0"/>
          </a:p>
        </p:txBody>
      </p:sp>
      <p:sp>
        <p:nvSpPr>
          <p:cNvPr id="16" name="テキスト プレースホルダー"/>
          <p:cNvSpPr>
            <a:spLocks noGrp="1"/>
          </p:cNvSpPr>
          <p:nvPr>
            <p:ph type="body" sz="quarter" idx="10" hasCustomPrompt="1"/>
          </p:nvPr>
        </p:nvSpPr>
        <p:spPr bwMode="invGray">
          <a:xfrm>
            <a:off x="179513" y="3926256"/>
            <a:ext cx="6768975" cy="772006"/>
          </a:xfrm>
        </p:spPr>
        <p:txBody>
          <a:bodyPr wrap="square" tIns="45720">
            <a:spAutoFit/>
          </a:bodyPr>
          <a:lstStyle>
            <a:lvl1pPr marL="0" indent="0" algn="l">
              <a:buNone/>
              <a:defRPr sz="2000">
                <a:solidFill>
                  <a:schemeClr val="bg1"/>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p>
          <a:p>
            <a:pPr lvl="0"/>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32776562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rand Statement">
    <p:spTree>
      <p:nvGrpSpPr>
        <p:cNvPr id="1" name=""/>
        <p:cNvGrpSpPr/>
        <p:nvPr/>
      </p:nvGrpSpPr>
      <p:grpSpPr>
        <a:xfrm>
          <a:off x="0" y="0"/>
          <a:ext cx="0" cy="0"/>
          <a:chOff x="0" y="0"/>
          <a:chExt cx="0" cy="0"/>
        </a:xfrm>
      </p:grpSpPr>
      <p:pic>
        <p:nvPicPr>
          <p:cNvPr id="11" name="orchest_blue_base"/>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12" name="逆光"/>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13" name="縦ライン"/>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4" name="右上へ"/>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5" name="左下へ"/>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6" name="最後右へ"/>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18" name="グループ化 17"/>
          <p:cNvGrpSpPr/>
          <p:nvPr userDrawn="1"/>
        </p:nvGrpSpPr>
        <p:grpSpPr bwMode="gray">
          <a:xfrm>
            <a:off x="0" y="0"/>
            <a:ext cx="9144000" cy="6858000"/>
            <a:chOff x="0" y="0"/>
            <a:chExt cx="9144000" cy="6858000"/>
          </a:xfrm>
        </p:grpSpPr>
        <p:pic>
          <p:nvPicPr>
            <p:cNvPr id="19"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0"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21"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627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80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par>
                                <p:cTn id="8" presetID="22" presetClass="entr" presetSubtype="4" fill="hold" nodeType="withEffect">
                                  <p:stCondLst>
                                    <p:cond delay="190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1000"/>
                                        <p:tgtEl>
                                          <p:spTgt spid="14"/>
                                        </p:tgtEl>
                                      </p:cBhvr>
                                    </p:animEffect>
                                  </p:childTnLst>
                                </p:cTn>
                              </p:par>
                              <p:par>
                                <p:cTn id="11" presetID="22" presetClass="entr" presetSubtype="2" fill="hold" nodeType="withEffect">
                                  <p:stCondLst>
                                    <p:cond delay="260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1000"/>
                                        <p:tgtEl>
                                          <p:spTgt spid="15"/>
                                        </p:tgtEl>
                                      </p:cBhvr>
                                    </p:animEffect>
                                  </p:childTnLst>
                                </p:cTn>
                              </p:par>
                              <p:par>
                                <p:cTn id="14" presetID="22" presetClass="entr" presetSubtype="8" fill="hold" nodeType="withEffect">
                                  <p:stCondLst>
                                    <p:cond delay="350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1000"/>
                                        <p:tgtEl>
                                          <p:spTgt spid="16"/>
                                        </p:tgtEl>
                                      </p:cBhvr>
                                    </p:animEffect>
                                  </p:childTnLst>
                                </p:cTn>
                              </p:par>
                            </p:childTnLst>
                          </p:cTn>
                        </p:par>
                        <p:par>
                          <p:cTn id="17" fill="hold">
                            <p:stCondLst>
                              <p:cond delay="4500"/>
                            </p:stCondLst>
                            <p:childTnLst>
                              <p:par>
                                <p:cTn id="18" presetID="10"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childTnLst>
                                </p:cTn>
                              </p:par>
                              <p:par>
                                <p:cTn id="21" presetID="10" presetClass="exit" presetSubtype="0" fill="hold" nodeType="withEffect">
                                  <p:stCondLst>
                                    <p:cond delay="1000"/>
                                  </p:stCondLst>
                                  <p:childTnLst>
                                    <p:animEffect transition="out" filter="fade">
                                      <p:cBhvr>
                                        <p:cTn id="22" dur="800"/>
                                        <p:tgtEl>
                                          <p:spTgt spid="12"/>
                                        </p:tgtEl>
                                      </p:cBhvr>
                                    </p:animEffect>
                                    <p:set>
                                      <p:cBhvr>
                                        <p:cTn id="23" dur="1" fill="hold">
                                          <p:stCondLst>
                                            <p:cond delay="799"/>
                                          </p:stCondLst>
                                        </p:cTn>
                                        <p:tgtEl>
                                          <p:spTgt spid="1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14"/>
                                        </p:tgtEl>
                                      </p:cBhvr>
                                    </p:animEffect>
                                    <p:set>
                                      <p:cBhvr>
                                        <p:cTn id="35" dur="1" fill="hold">
                                          <p:stCondLst>
                                            <p:cond delay="499"/>
                                          </p:stCondLst>
                                        </p:cTn>
                                        <p:tgtEl>
                                          <p:spTgt spid="14"/>
                                        </p:tgtEl>
                                        <p:attrNameLst>
                                          <p:attrName>style.visibility</p:attrName>
                                        </p:attrNameLst>
                                      </p:cBhvr>
                                      <p:to>
                                        <p:strVal val="hidden"/>
                                      </p:to>
                                    </p:set>
                                  </p:childTnLst>
                                </p:cTn>
                              </p:par>
                              <p:par>
                                <p:cTn id="36" presetID="10" presetClass="entr" presetSubtype="0" fill="hold" nodeType="withEffect">
                                  <p:stCondLst>
                                    <p:cond delay="5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of Contents">
    <p:spTree>
      <p:nvGrpSpPr>
        <p:cNvPr id="1" name=""/>
        <p:cNvGrpSpPr/>
        <p:nvPr/>
      </p:nvGrpSpPr>
      <p:grpSpPr>
        <a:xfrm>
          <a:off x="0" y="0"/>
          <a:ext cx="0" cy="0"/>
          <a:chOff x="0" y="0"/>
          <a:chExt cx="0" cy="0"/>
        </a:xfrm>
      </p:grpSpPr>
      <p:pic>
        <p:nvPicPr>
          <p:cNvPr id="3" name="Background_Content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gray">
          <a:xfrm>
            <a:off x="1619672" y="430930"/>
            <a:ext cx="7344000" cy="405683"/>
          </a:xfrm>
        </p:spPr>
        <p:txBody>
          <a:bodyPr wrap="square" anchor="b">
            <a:spAutoFit/>
          </a:bodyPr>
          <a:lstStyle>
            <a:lvl1pPr>
              <a:defRPr b="0" baseline="0">
                <a:solidFill>
                  <a:schemeClr val="tx2">
                    <a:lumMod val="65000"/>
                    <a:lumOff val="35000"/>
                  </a:schemeClr>
                </a:solidFill>
              </a:defRPr>
            </a:lvl1pPr>
          </a:lstStyle>
          <a:p>
            <a:r>
              <a:rPr kumimoji="1" lang="en-US" altLang="ja-JP" dirty="0" smtClean="0"/>
              <a:t>Enter the title of the table of contents.</a:t>
            </a:r>
            <a:endParaRPr kumimoji="1" lang="ja-JP" altLang="en-US" dirty="0"/>
          </a:p>
        </p:txBody>
      </p:sp>
      <p:sp>
        <p:nvSpPr>
          <p:cNvPr id="5" name="テキスト プレースホルダー"/>
          <p:cNvSpPr>
            <a:spLocks noGrp="1"/>
          </p:cNvSpPr>
          <p:nvPr>
            <p:ph type="body" sz="quarter" idx="10" hasCustomPrompt="1"/>
          </p:nvPr>
        </p:nvSpPr>
        <p:spPr bwMode="gray">
          <a:xfrm>
            <a:off x="1619672" y="1116000"/>
            <a:ext cx="7344000" cy="5112000"/>
          </a:xfrm>
        </p:spPr>
        <p:txBody>
          <a:bodyPr wrap="square">
            <a:noAutofit/>
          </a:bodyPr>
          <a:lstStyle>
            <a:lvl1pPr marL="0" indent="0">
              <a:lnSpc>
                <a:spcPct val="140000"/>
              </a:lnSpc>
              <a:spcBef>
                <a:spcPts val="500"/>
              </a:spcBef>
              <a:buNone/>
              <a:defRPr sz="2200" b="0">
                <a:solidFill>
                  <a:schemeClr val="tx1"/>
                </a:solidFill>
              </a:defRPr>
            </a:lvl1pPr>
            <a:lvl2pPr marL="180000" indent="0">
              <a:lnSpc>
                <a:spcPct val="100000"/>
              </a:lnSpc>
              <a:spcBef>
                <a:spcPts val="500"/>
              </a:spcBef>
              <a:buNone/>
              <a:defRPr sz="1800" b="0">
                <a:solidFill>
                  <a:schemeClr val="tx1"/>
                </a:solidFill>
              </a:defRPr>
            </a:lvl2pPr>
            <a:lvl3pPr marL="360000" indent="0">
              <a:lnSpc>
                <a:spcPct val="100000"/>
              </a:lnSpc>
              <a:spcBef>
                <a:spcPts val="500"/>
              </a:spcBef>
              <a:buNone/>
              <a:defRPr b="0" baseline="0">
                <a:solidFill>
                  <a:schemeClr val="tx1"/>
                </a:solidFill>
              </a:defRPr>
            </a:lvl3pPr>
            <a:lvl4pPr marL="540000" indent="0">
              <a:lnSpc>
                <a:spcPct val="100000"/>
              </a:lnSpc>
              <a:spcBef>
                <a:spcPts val="500"/>
              </a:spcBef>
              <a:buNone/>
              <a:defRPr b="0">
                <a:solidFill>
                  <a:schemeClr val="tx1"/>
                </a:solidFill>
              </a:defRPr>
            </a:lvl4pPr>
            <a:lvl5pPr marL="685800" indent="0">
              <a:buNone/>
              <a:defRPr b="0"/>
            </a:lvl5pPr>
          </a:lstStyle>
          <a:p>
            <a:pPr lvl="0"/>
            <a:r>
              <a:rPr kumimoji="1" lang="en-US" altLang="ja-JP" dirty="0" smtClean="0"/>
              <a:t>Enter the items in the table of contents.</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7878563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3" name="Background_SectionHeade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invGray">
          <a:xfrm>
            <a:off x="179388" y="3045072"/>
            <a:ext cx="8784000" cy="467239"/>
          </a:xfrm>
        </p:spPr>
        <p:txBody>
          <a:bodyPr wrap="square" anchor="b">
            <a:spAutoFit/>
          </a:bodyPr>
          <a:lstStyle>
            <a:lvl1pPr>
              <a:defRPr sz="2800" b="0">
                <a:solidFill>
                  <a:schemeClr val="bg1"/>
                </a:solidFill>
              </a:defRPr>
            </a:lvl1pPr>
          </a:lstStyle>
          <a:p>
            <a:r>
              <a:rPr kumimoji="1" lang="en-US" altLang="ja-JP" dirty="0" smtClean="0"/>
              <a:t>Enter the title.</a:t>
            </a:r>
            <a:endParaRPr kumimoji="1" lang="ja-JP" altLang="en-US" dirty="0"/>
          </a:p>
        </p:txBody>
      </p:sp>
      <p:sp>
        <p:nvSpPr>
          <p:cNvPr id="5" name="テキスト プレースホルダー"/>
          <p:cNvSpPr>
            <a:spLocks noGrp="1"/>
          </p:cNvSpPr>
          <p:nvPr>
            <p:ph type="body" sz="quarter" idx="10" hasCustomPrompt="1"/>
          </p:nvPr>
        </p:nvSpPr>
        <p:spPr bwMode="gray">
          <a:xfrm>
            <a:off x="179388" y="3852000"/>
            <a:ext cx="7200900" cy="1269578"/>
          </a:xfrm>
        </p:spPr>
        <p:txBody>
          <a:bodyPr>
            <a:spAutoFit/>
          </a:bodyPr>
          <a:lstStyle>
            <a:lvl1pPr marL="0" indent="0">
              <a:buNone/>
              <a:defRPr b="0"/>
            </a:lvl1pPr>
            <a:lvl2pPr marL="72000" indent="0">
              <a:buNone/>
              <a:defRPr sz="1800" b="0"/>
            </a:lvl2pPr>
            <a:lvl3pPr marL="222962" indent="0">
              <a:buNone/>
              <a:defRPr b="0"/>
            </a:lvl3pPr>
            <a:lvl4pPr marL="327787" indent="0">
              <a:buNone/>
              <a:defRPr b="0"/>
            </a:lvl4pPr>
            <a:lvl5pPr marL="311400" indent="0">
              <a:buNone/>
              <a:defRPr b="0"/>
            </a:lvl5pPr>
          </a:lstStyle>
          <a:p>
            <a:pPr lvl="0"/>
            <a:r>
              <a:rPr kumimoji="1" lang="en-US" altLang="ja-JP" dirty="0" smtClean="0"/>
              <a:t>Enter the subtitle.</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17625690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white)">
    <p:spTree>
      <p:nvGrpSpPr>
        <p:cNvPr id="1" name=""/>
        <p:cNvGrpSpPr/>
        <p:nvPr/>
      </p:nvGrpSpPr>
      <p:grpSpPr>
        <a:xfrm>
          <a:off x="0" y="0"/>
          <a:ext cx="0" cy="0"/>
          <a:chOff x="0" y="0"/>
          <a:chExt cx="0" cy="0"/>
        </a:xfrm>
      </p:grpSpPr>
      <p:pic>
        <p:nvPicPr>
          <p:cNvPr id="6" name="Background_Whit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tIns="45720" bIns="45720">
            <a:normAutofit/>
          </a:bodyPr>
          <a:lstStyle>
            <a:lvl1pPr>
              <a:defRPr sz="2400" b="0">
                <a:solidFill>
                  <a:schemeClr val="bg1"/>
                </a:solidFill>
              </a:defRPr>
            </a:lvl1pPr>
          </a:lstStyle>
          <a:p>
            <a:r>
              <a:rPr kumimoji="1" lang="en-US" altLang="ja-JP" dirty="0" smtClean="0"/>
              <a:t>Enter the title.</a:t>
            </a:r>
            <a:endParaRPr kumimoji="1" lang="ja-JP" altLang="en-US" dirty="0"/>
          </a:p>
        </p:txBody>
      </p:sp>
    </p:spTree>
    <p:extLst>
      <p:ext uri="{BB962C8B-B14F-4D97-AF65-F5344CB8AC3E}">
        <p14:creationId xmlns:p14="http://schemas.microsoft.com/office/powerpoint/2010/main" val="339900988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Content(white)">
    <p:spTree>
      <p:nvGrpSpPr>
        <p:cNvPr id="1" name=""/>
        <p:cNvGrpSpPr/>
        <p:nvPr/>
      </p:nvGrpSpPr>
      <p:grpSpPr>
        <a:xfrm>
          <a:off x="0" y="0"/>
          <a:ext cx="0" cy="0"/>
          <a:chOff x="0" y="0"/>
          <a:chExt cx="0" cy="0"/>
        </a:xfrm>
      </p:grpSpPr>
      <p:pic>
        <p:nvPicPr>
          <p:cNvPr id="6" name="Background_Whit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latin typeface="Verdana" panose="020B0604030504040204" pitchFamily="34" charset="0"/>
                <a:cs typeface="Verdana" panose="020B0604030504040204" pitchFamily="34" charset="0"/>
              </a:defRPr>
            </a:lvl1pPr>
          </a:lstStyle>
          <a:p>
            <a:pPr lvl="0"/>
            <a:r>
              <a:rPr kumimoji="1" lang="en-US" altLang="ja-JP" dirty="0" smtClean="0"/>
              <a:t>Enter the title.</a:t>
            </a:r>
            <a:endParaRPr kumimoji="1" lang="ja-JP" altLang="en-US" dirty="0"/>
          </a:p>
        </p:txBody>
      </p:sp>
      <p:sp>
        <p:nvSpPr>
          <p:cNvPr id="12" name="コンテンツ プレースホルダー"/>
          <p:cNvSpPr>
            <a:spLocks noGrp="1"/>
          </p:cNvSpPr>
          <p:nvPr>
            <p:ph sz="quarter" idx="10" hasCustomPrompt="1"/>
          </p:nvPr>
        </p:nvSpPr>
        <p:spPr bwMode="gray">
          <a:xfrm>
            <a:off x="179512" y="836712"/>
            <a:ext cx="8784976" cy="5616476"/>
          </a:xfrm>
        </p:spPr>
        <p:txBody>
          <a:bodyPr vert="horz" lIns="91440" tIns="45720" rIns="91440" bIns="45720" rtlCol="0">
            <a:normAutofit/>
          </a:bodyPr>
          <a:lstStyle>
            <a:lvl1pPr>
              <a:defRPr lang="ja-JP" altLang="en-US" baseline="0" noProof="0" dirty="0" smtClean="0">
                <a:latin typeface="Verdana" panose="020B0604030504040204" pitchFamily="34" charset="0"/>
                <a:cs typeface="Verdana" panose="020B0604030504040204" pitchFamily="34" charset="0"/>
              </a:defRPr>
            </a:lvl1pPr>
            <a:lvl2pPr>
              <a:defRPr lang="ja-JP" altLang="en-US" noProof="0" dirty="0" smtClean="0">
                <a:latin typeface="Verdana" panose="020B0604030504040204" pitchFamily="34" charset="0"/>
                <a:cs typeface="Verdana" panose="020B0604030504040204" pitchFamily="34" charset="0"/>
              </a:defRPr>
            </a:lvl2pPr>
            <a:lvl3pPr marL="466725" indent="-107950">
              <a:defRPr lang="ja-JP" altLang="en-US" noProof="0" dirty="0" smtClean="0">
                <a:latin typeface="Verdana" panose="020B0604030504040204" pitchFamily="34" charset="0"/>
                <a:cs typeface="Verdana" panose="020B0604030504040204" pitchFamily="34" charset="0"/>
              </a:defRPr>
            </a:lvl3pPr>
            <a:lvl4pPr>
              <a:defRPr lang="ja-JP" altLang="en-US" noProof="0" dirty="0" smtClean="0">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08339288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d 1 line &amp; Content(white)">
    <p:spTree>
      <p:nvGrpSpPr>
        <p:cNvPr id="1" name=""/>
        <p:cNvGrpSpPr/>
        <p:nvPr/>
      </p:nvGrpSpPr>
      <p:grpSpPr>
        <a:xfrm>
          <a:off x="0" y="0"/>
          <a:ext cx="0" cy="0"/>
          <a:chOff x="0" y="0"/>
          <a:chExt cx="0" cy="0"/>
        </a:xfrm>
      </p:grpSpPr>
      <p:pic>
        <p:nvPicPr>
          <p:cNvPr id="1026" name="Background_Whit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baseline="0">
                <a:solidFill>
                  <a:schemeClr val="bg1"/>
                </a:solidFill>
                <a:latin typeface="Verdana" panose="020B0604030504040204" pitchFamily="34" charset="0"/>
                <a:cs typeface="Verdana" panose="020B0604030504040204" pitchFamily="34" charset="0"/>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2" name="コンテンツ プレースホルダー"/>
          <p:cNvSpPr>
            <a:spLocks noGrp="1"/>
          </p:cNvSpPr>
          <p:nvPr>
            <p:ph sz="quarter" idx="10" hasCustomPrompt="1"/>
          </p:nvPr>
        </p:nvSpPr>
        <p:spPr bwMode="gray">
          <a:xfrm>
            <a:off x="179388" y="1413188"/>
            <a:ext cx="8785225"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143466424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ad 2 lines &amp; Content(white)">
    <p:spTree>
      <p:nvGrpSpPr>
        <p:cNvPr id="1" name=""/>
        <p:cNvGrpSpPr/>
        <p:nvPr/>
      </p:nvGrpSpPr>
      <p:grpSpPr>
        <a:xfrm>
          <a:off x="0" y="0"/>
          <a:ext cx="0" cy="0"/>
          <a:chOff x="0" y="0"/>
          <a:chExt cx="0" cy="0"/>
        </a:xfrm>
      </p:grpSpPr>
      <p:pic>
        <p:nvPicPr>
          <p:cNvPr id="7" name="Background_Whit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9"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two-line headline</a:t>
            </a:r>
            <a:endParaRPr kumimoji="1" lang="ja-JP" altLang="en-US" dirty="0"/>
          </a:p>
        </p:txBody>
      </p:sp>
      <p:sp>
        <p:nvSpPr>
          <p:cNvPr id="10" name="コンテンツ プレースホルダー"/>
          <p:cNvSpPr>
            <a:spLocks noGrp="1"/>
          </p:cNvSpPr>
          <p:nvPr>
            <p:ph sz="quarter" idx="10" hasCustomPrompt="1"/>
          </p:nvPr>
        </p:nvSpPr>
        <p:spPr bwMode="gray">
          <a:xfrm>
            <a:off x="178412" y="1737188"/>
            <a:ext cx="8784976" cy="4714412"/>
          </a:xfrm>
        </p:spPr>
        <p:txBody>
          <a:bodyPr vert="horz" lIns="90000" tIns="45720" rIns="90000" bIns="45720" rtlCol="0">
            <a:noAutofit/>
          </a:bodyPr>
          <a:lstStyle>
            <a:lvl1pPr>
              <a:defRPr lang="ja-JP" altLang="en-US" i="0" u="none" strike="noStrike" kern="0" cap="none" spc="0" normalizeH="0" baseline="0" dirty="0" smtClean="0">
                <a:ln>
                  <a:noFill/>
                </a:ln>
                <a:solidFill>
                  <a:srgbClr val="000000"/>
                </a:solidFill>
                <a:effectLst/>
                <a:uLnTx/>
                <a:uFillTx/>
              </a:defRPr>
            </a:lvl1pPr>
            <a:lvl2pPr>
              <a:defRPr lang="ja-JP" altLang="en-US" i="0" u="none" strike="noStrike" kern="0" cap="none" spc="0" normalizeH="0" baseline="0" dirty="0" smtClean="0">
                <a:ln>
                  <a:noFill/>
                </a:ln>
                <a:solidFill>
                  <a:srgbClr val="000000"/>
                </a:solidFill>
                <a:effectLst/>
                <a:uLnTx/>
                <a:uFillTx/>
              </a:defRPr>
            </a:lvl2pPr>
            <a:lvl3pPr>
              <a:defRPr lang="ja-JP" altLang="en-US" i="0" u="none" strike="noStrike" kern="0" cap="none" spc="0" normalizeH="0" baseline="0" dirty="0" smtClean="0">
                <a:ln>
                  <a:noFill/>
                </a:ln>
                <a:solidFill>
                  <a:srgbClr val="000000"/>
                </a:solidFill>
                <a:effectLst/>
                <a:uLnTx/>
                <a:uFillTx/>
              </a:defRPr>
            </a:lvl3pPr>
            <a:lvl4pPr>
              <a:defRPr lang="ja-JP" altLang="en-US" i="0" u="none" strike="noStrike" kern="0" cap="none" spc="0" normalizeH="0" baseline="0" dirty="0" smtClean="0">
                <a:ln>
                  <a:noFill/>
                </a:ln>
                <a:solidFill>
                  <a:srgbClr val="000000"/>
                </a:solidFill>
                <a:effectLst/>
                <a:uLnTx/>
                <a:uFillTx/>
              </a:defRPr>
            </a:lvl4pPr>
          </a:lstStyle>
          <a:p>
            <a:pPr marR="0" lvl="0" defTabSz="914400" eaLnBrk="0" latinLnBrk="0">
              <a:lnSpc>
                <a:spcPct val="100000"/>
              </a:lnSpc>
              <a:buClr>
                <a:srgbClr val="002B62"/>
              </a:buClr>
              <a:buSzTx/>
              <a:tabLst/>
            </a:pPr>
            <a:r>
              <a:rPr kumimoji="1" lang="en-US" altLang="ja-JP" dirty="0" smtClean="0"/>
              <a:t>Enter the text.</a:t>
            </a:r>
            <a:endParaRPr kumimoji="1" lang="ja-JP" altLang="en-US" dirty="0" smtClean="0"/>
          </a:p>
          <a:p>
            <a:pPr marR="0" lvl="1" defTabSz="914400" eaLnBrk="0" latinLnBrk="0">
              <a:lnSpc>
                <a:spcPct val="100000"/>
              </a:lnSpc>
              <a:buClr>
                <a:srgbClr val="002B62"/>
              </a:buClr>
              <a:buSzTx/>
              <a:tabLst/>
            </a:pPr>
            <a:r>
              <a:rPr kumimoji="1" lang="en-US" altLang="ja-JP" dirty="0" smtClean="0"/>
              <a:t>Second level</a:t>
            </a:r>
            <a:endParaRPr kumimoji="1" lang="ja-JP" altLang="en-US" dirty="0" smtClean="0"/>
          </a:p>
          <a:p>
            <a:pPr marR="0" lvl="2" defTabSz="914400" eaLnBrk="0" latinLnBrk="0">
              <a:lnSpc>
                <a:spcPct val="100000"/>
              </a:lnSpc>
              <a:buClr>
                <a:srgbClr val="002B62"/>
              </a:buClr>
              <a:buSzTx/>
              <a:tabLst/>
            </a:pPr>
            <a:r>
              <a:rPr kumimoji="1" lang="en-US" altLang="ja-JP" dirty="0" smtClean="0"/>
              <a:t>Third level</a:t>
            </a:r>
            <a:endParaRPr kumimoji="1" lang="ja-JP" altLang="en-US" dirty="0" smtClean="0"/>
          </a:p>
          <a:p>
            <a:pPr marR="0" lvl="3" defTabSz="914400" eaLnBrk="0" latinLnBrk="0">
              <a:lnSpc>
                <a:spcPct val="100000"/>
              </a:lnSpc>
              <a:buClr>
                <a:srgbClr val="002B62"/>
              </a:buClr>
              <a:buSzTx/>
              <a:tabLst/>
            </a:pPr>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8692444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white)">
    <p:spTree>
      <p:nvGrpSpPr>
        <p:cNvPr id="1" name=""/>
        <p:cNvGrpSpPr/>
        <p:nvPr/>
      </p:nvGrpSpPr>
      <p:grpSpPr>
        <a:xfrm>
          <a:off x="0" y="0"/>
          <a:ext cx="0" cy="0"/>
          <a:chOff x="0" y="0"/>
          <a:chExt cx="0" cy="0"/>
        </a:xfrm>
      </p:grpSpPr>
      <p:pic>
        <p:nvPicPr>
          <p:cNvPr id="10" name="Background_Whit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コンテンツ プレースホルダー"/>
          <p:cNvSpPr>
            <a:spLocks noGrp="1"/>
          </p:cNvSpPr>
          <p:nvPr>
            <p:ph sz="quarter" idx="10" hasCustomPrompt="1"/>
          </p:nvPr>
        </p:nvSpPr>
        <p:spPr bwMode="gray">
          <a:xfrm>
            <a:off x="179388"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
        <p:nvSpPr>
          <p:cNvPr id="7" name="コンテンツ プレースホルダー"/>
          <p:cNvSpPr>
            <a:spLocks noGrp="1"/>
          </p:cNvSpPr>
          <p:nvPr>
            <p:ph sz="quarter" idx="11" hasCustomPrompt="1"/>
          </p:nvPr>
        </p:nvSpPr>
        <p:spPr bwMode="gray">
          <a:xfrm>
            <a:off x="4716613"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6132828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68642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blue)">
    <p:bg bwMode="ltGray">
      <p:bgPr>
        <a:solidFill>
          <a:schemeClr val="accent6"/>
        </a:solidFill>
        <a:effectLst/>
      </p:bgPr>
    </p:bg>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Tree>
    <p:extLst>
      <p:ext uri="{BB962C8B-B14F-4D97-AF65-F5344CB8AC3E}">
        <p14:creationId xmlns:p14="http://schemas.microsoft.com/office/powerpoint/2010/main" val="16200204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Content(blue)">
    <p:bg bwMode="ltGray">
      <p:bgPr>
        <a:solidFill>
          <a:schemeClr val="accent6"/>
        </a:solidFill>
        <a:effectLst/>
      </p:bgPr>
    </p:bg>
    <p:spTree>
      <p:nvGrpSpPr>
        <p:cNvPr id="1" name=""/>
        <p:cNvGrpSpPr/>
        <p:nvPr/>
      </p:nvGrpSpPr>
      <p:grpSpPr>
        <a:xfrm>
          <a:off x="0" y="0"/>
          <a:ext cx="0" cy="0"/>
          <a:chOff x="0" y="0"/>
          <a:chExt cx="0" cy="0"/>
        </a:xfrm>
      </p:grpSpPr>
      <p:pic>
        <p:nvPicPr>
          <p:cNvPr id="5" name="図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8784976"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273541170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d 1 line &amp; Content(blue)">
    <p:bg bwMode="ltGray">
      <p:bgPr>
        <a:solidFill>
          <a:schemeClr val="accent6"/>
        </a:solidFill>
        <a:effectLst/>
      </p:bgPr>
    </p:bg>
    <p:spTree>
      <p:nvGrpSpPr>
        <p:cNvPr id="1" name=""/>
        <p:cNvGrpSpPr/>
        <p:nvPr/>
      </p:nvGrpSpPr>
      <p:grpSpPr>
        <a:xfrm>
          <a:off x="0" y="0"/>
          <a:ext cx="0" cy="0"/>
          <a:chOff x="0" y="0"/>
          <a:chExt cx="0" cy="0"/>
        </a:xfrm>
      </p:grpSpPr>
      <p:pic>
        <p:nvPicPr>
          <p:cNvPr id="9" name="図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when the leading sentence is written on one line.</a:t>
            </a:r>
            <a:endParaRPr kumimoji="1" lang="ja-JP" altLang="en-US" dirty="0"/>
          </a:p>
        </p:txBody>
      </p:sp>
      <p:sp>
        <p:nvSpPr>
          <p:cNvPr id="8" name="コンテンツ プレースホルダー"/>
          <p:cNvSpPr>
            <a:spLocks noGrp="1"/>
          </p:cNvSpPr>
          <p:nvPr>
            <p:ph sz="quarter" idx="10" hasCustomPrompt="1"/>
          </p:nvPr>
        </p:nvSpPr>
        <p:spPr bwMode="gray">
          <a:xfrm>
            <a:off x="179512" y="1414800"/>
            <a:ext cx="8784976" cy="5040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05480195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d 2 lines &amp; Content(blue)">
    <p:bg bwMode="ltGray">
      <p:bgPr>
        <a:solidFill>
          <a:schemeClr val="accent6"/>
        </a:solidFill>
        <a:effectLst/>
      </p:bgPr>
    </p:bg>
    <p:spTree>
      <p:nvGrpSpPr>
        <p:cNvPr id="1" name=""/>
        <p:cNvGrpSpPr/>
        <p:nvPr/>
      </p:nvGrpSpPr>
      <p:grpSpPr>
        <a:xfrm>
          <a:off x="0" y="0"/>
          <a:ext cx="0" cy="0"/>
          <a:chOff x="0" y="0"/>
          <a:chExt cx="0" cy="0"/>
        </a:xfrm>
      </p:grpSpPr>
      <p:pic>
        <p:nvPicPr>
          <p:cNvPr id="7" name="図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8" name="コンテンツ プレースホルダー"/>
          <p:cNvSpPr>
            <a:spLocks noGrp="1"/>
          </p:cNvSpPr>
          <p:nvPr>
            <p:ph sz="quarter" idx="10" hasCustomPrompt="1"/>
          </p:nvPr>
        </p:nvSpPr>
        <p:spPr bwMode="gray">
          <a:xfrm>
            <a:off x="179512" y="1738800"/>
            <a:ext cx="8784976" cy="47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79497443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blue)">
    <p:bg bwMode="ltGray">
      <p:bgPr>
        <a:solidFill>
          <a:schemeClr val="accent6"/>
        </a:solidFill>
        <a:effectLst/>
      </p:bgPr>
    </p:bg>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コンテンツ プレースホルダー"/>
          <p:cNvSpPr>
            <a:spLocks noGrp="1"/>
          </p:cNvSpPr>
          <p:nvPr>
            <p:ph sz="quarter" idx="11" hasCustomPrompt="1"/>
          </p:nvPr>
        </p:nvSpPr>
        <p:spPr bwMode="gray">
          <a:xfrm>
            <a:off x="4715513"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4628074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blue)">
    <p:bg bwMode="ltGray">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63507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rporate Mark">
    <p:spTree>
      <p:nvGrpSpPr>
        <p:cNvPr id="1" name=""/>
        <p:cNvGrpSpPr/>
        <p:nvPr/>
      </p:nvGrpSpPr>
      <p:grpSpPr>
        <a:xfrm>
          <a:off x="0" y="0"/>
          <a:ext cx="0" cy="0"/>
          <a:chOff x="0" y="0"/>
          <a:chExt cx="0" cy="0"/>
        </a:xfrm>
      </p:grpSpPr>
      <p:pic>
        <p:nvPicPr>
          <p:cNvPr id="2"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spTree>
    <p:extLst>
      <p:ext uri="{BB962C8B-B14F-4D97-AF65-F5344CB8AC3E}">
        <p14:creationId xmlns:p14="http://schemas.microsoft.com/office/powerpoint/2010/main" val="9430801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4" name="Foote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2" name="タイトル プレースホルダー"/>
          <p:cNvSpPr>
            <a:spLocks noGrp="1"/>
          </p:cNvSpPr>
          <p:nvPr>
            <p:ph type="title"/>
          </p:nvPr>
        </p:nvSpPr>
        <p:spPr bwMode="gray">
          <a:xfrm>
            <a:off x="179387" y="108000"/>
            <a:ext cx="8785225" cy="468000"/>
          </a:xfrm>
          <a:prstGeom prst="rect">
            <a:avLst/>
          </a:prstGeom>
        </p:spPr>
        <p:txBody>
          <a:bodyPr vert="horz" lIns="91440" tIns="45720" rIns="91440" bIns="45720" rtlCol="0" anchor="ctr">
            <a:noAutofit/>
          </a:bodyPr>
          <a:lstStyle/>
          <a:p>
            <a:r>
              <a:rPr kumimoji="1" lang="en-US" altLang="ja-JP" dirty="0" smtClean="0"/>
              <a:t>Formatting for the master title</a:t>
            </a:r>
            <a:endParaRPr kumimoji="1" lang="ja-JP" altLang="en-US" dirty="0"/>
          </a:p>
        </p:txBody>
      </p:sp>
      <p:sp>
        <p:nvSpPr>
          <p:cNvPr id="3" name="テキスト プレースホルダー"/>
          <p:cNvSpPr>
            <a:spLocks noGrp="1"/>
          </p:cNvSpPr>
          <p:nvPr>
            <p:ph type="body" idx="1"/>
          </p:nvPr>
        </p:nvSpPr>
        <p:spPr bwMode="gray">
          <a:xfrm>
            <a:off x="179387" y="836614"/>
            <a:ext cx="8785226" cy="5616574"/>
          </a:xfrm>
          <a:prstGeom prst="rect">
            <a:avLst/>
          </a:prstGeom>
        </p:spPr>
        <p:txBody>
          <a:bodyPr vert="horz" lIns="91440" tIns="45720" rIns="91440" bIns="45720" rtlCol="0">
            <a:normAutofit/>
          </a:bodyPr>
          <a:lstStyle/>
          <a:p>
            <a:pPr lvl="0"/>
            <a:r>
              <a:rPr kumimoji="1" lang="en-US" altLang="ja-JP" dirty="0" smtClean="0"/>
              <a:t>Formatting for the master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PageNumber"/>
          <p:cNvSpPr txBox="1"/>
          <p:nvPr userDrawn="1"/>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Verdana" panose="020B0604030504040204" pitchFamily="34" charset="0"/>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Verdana" panose="020B0604030504040204" pitchFamily="34" charset="0"/>
              <a:ea typeface="+mn-ea"/>
              <a:cs typeface="Verdana" panose="020B0604030504040204" pitchFamily="34" charset="0"/>
            </a:endParaRPr>
          </a:p>
        </p:txBody>
      </p:sp>
      <p:sp>
        <p:nvSpPr>
          <p:cNvPr id="9" name="Credit"/>
          <p:cNvSpPr txBox="1"/>
          <p:nvPr userDrawn="1"/>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 NEC Corporation 2015</a:t>
            </a:r>
          </a:p>
        </p:txBody>
      </p:sp>
      <p:sp>
        <p:nvSpPr>
          <p:cNvPr id="10" name="Confidential"/>
          <p:cNvSpPr txBox="1"/>
          <p:nvPr userDrawn="1"/>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NEC Group Internal Use Only</a:t>
            </a:r>
          </a:p>
        </p:txBody>
      </p:sp>
    </p:spTree>
    <p:extLst>
      <p:ext uri="{BB962C8B-B14F-4D97-AF65-F5344CB8AC3E}">
        <p14:creationId xmlns:p14="http://schemas.microsoft.com/office/powerpoint/2010/main" val="654157217"/>
      </p:ext>
    </p:extLst>
  </p:cSld>
  <p:clrMap bg1="lt1" tx1="dk1" bg2="lt2" tx2="dk2" accent1="accent1" accent2="accent2" accent3="accent3" accent4="accent4" accent5="accent5" accent6="accent6" hlink="hlink" folHlink="folHlink"/>
  <p:sldLayoutIdLst>
    <p:sldLayoutId id="2147483690" r:id="rId1"/>
    <p:sldLayoutId id="2147483669" r:id="rId2"/>
    <p:sldLayoutId id="2147483685" r:id="rId3"/>
    <p:sldLayoutId id="2147483682" r:id="rId4"/>
    <p:sldLayoutId id="2147483681" r:id="rId5"/>
    <p:sldLayoutId id="2147483699" r:id="rId6"/>
    <p:sldLayoutId id="2147483670" r:id="rId7"/>
    <p:sldLayoutId id="2147483672" r:id="rId8"/>
    <p:sldLayoutId id="2147483695" r:id="rId9"/>
    <p:sldLayoutId id="2147483673" r:id="rId10"/>
    <p:sldLayoutId id="2147483674" r:id="rId11"/>
    <p:sldLayoutId id="2147483701" r:id="rId12"/>
    <p:sldLayoutId id="2147483671" r:id="rId13"/>
    <p:sldLayoutId id="2147483703" r:id="rId14"/>
    <p:sldLayoutId id="2147483694" r:id="rId15"/>
    <p:sldLayoutId id="2147483702" r:id="rId16"/>
    <p:sldLayoutId id="2147483698" r:id="rId17"/>
    <p:sldLayoutId id="2147483693" r:id="rId18"/>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2400" b="0" baseline="0">
          <a:solidFill>
            <a:schemeClr val="tx1"/>
          </a:solidFill>
          <a:latin typeface="Verdana" panose="020B0604030504040204" pitchFamily="34" charset="0"/>
          <a:ea typeface="+mj-ea"/>
          <a:cs typeface="Verdana" panose="020B0604030504040204" pitchFamily="34" charset="0"/>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0">
        <a:spcBef>
          <a:spcPts val="500"/>
        </a:spcBef>
        <a:spcAft>
          <a:spcPct val="0"/>
        </a:spcAft>
        <a:buClr>
          <a:schemeClr val="accent6"/>
        </a:buClr>
        <a:buFont typeface="Arial" panose="020B0604020202020204" pitchFamily="34" charset="0"/>
        <a:buChar char="▌"/>
        <a:defRPr kumimoji="1" sz="2000" b="0">
          <a:solidFill>
            <a:schemeClr val="tx1"/>
          </a:solidFill>
          <a:latin typeface="Verdana" panose="020B0604030504040204" pitchFamily="34" charset="0"/>
          <a:ea typeface="+mn-ea"/>
          <a:cs typeface="Verdana" panose="020B0604030504040204" pitchFamily="34" charset="0"/>
        </a:defRPr>
      </a:lvl1pPr>
      <a:lvl2pPr marL="360000" indent="-180000" algn="l" rtl="0" eaLnBrk="1" fontAlgn="base" hangingPunct="0">
        <a:spcBef>
          <a:spcPts val="500"/>
        </a:spcBef>
        <a:spcAft>
          <a:spcPct val="0"/>
        </a:spcAft>
        <a:buClr>
          <a:schemeClr val="accent6"/>
        </a:buClr>
        <a:buFont typeface="Wingdings" pitchFamily="2" charset="2"/>
        <a:buChar char="l"/>
        <a:defRPr kumimoji="1" sz="1600" b="0">
          <a:solidFill>
            <a:schemeClr val="tx1"/>
          </a:solidFill>
          <a:latin typeface="Verdana" panose="020B0604030504040204" pitchFamily="34" charset="0"/>
          <a:ea typeface="+mn-ea"/>
          <a:cs typeface="Verdana" panose="020B0604030504040204" pitchFamily="34" charset="0"/>
        </a:defRPr>
      </a:lvl2pPr>
      <a:lvl3pPr marL="468000" indent="-108000" algn="l" rtl="0" eaLnBrk="1" fontAlgn="base" hangingPunct="0">
        <a:spcBef>
          <a:spcPts val="500"/>
        </a:spcBef>
        <a:spcAft>
          <a:spcPct val="0"/>
        </a:spcAft>
        <a:buClr>
          <a:schemeClr val="accent6"/>
        </a:buClr>
        <a:buFont typeface="Arial" panose="020B0604020202020204" pitchFamily="34" charset="0"/>
        <a:buChar char="•"/>
        <a:defRPr kumimoji="1" sz="1400" b="0">
          <a:solidFill>
            <a:schemeClr val="tx1"/>
          </a:solidFill>
          <a:latin typeface="Verdana" panose="020B0604030504040204" pitchFamily="34" charset="0"/>
          <a:ea typeface="+mn-ea"/>
          <a:cs typeface="Verdana" panose="020B0604030504040204" pitchFamily="34" charset="0"/>
        </a:defRPr>
      </a:lvl3pPr>
      <a:lvl4pPr marL="576000" indent="-108000" algn="l" rtl="0" eaLnBrk="1" fontAlgn="base" hangingPunct="0">
        <a:spcBef>
          <a:spcPts val="500"/>
        </a:spcBef>
        <a:spcAft>
          <a:spcPct val="0"/>
        </a:spcAft>
        <a:buClr>
          <a:schemeClr val="accent6"/>
        </a:buClr>
        <a:buFont typeface="Tahoma" pitchFamily="34" charset="0"/>
        <a:buChar char="–"/>
        <a:defRPr kumimoji="1" sz="1200" b="0">
          <a:solidFill>
            <a:schemeClr val="tx1"/>
          </a:solidFill>
          <a:latin typeface="Verdana" panose="020B0604030504040204" pitchFamily="34" charset="0"/>
          <a:ea typeface="+mn-ea"/>
          <a:cs typeface="Verdana" panose="020B0604030504040204" pitchFamily="34" charset="0"/>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altLang="ja-JP" dirty="0" smtClean="0"/>
              <a:t>2. Hide project List for unregistered users  1/3</a:t>
            </a:r>
            <a:endParaRPr lang="en-PH" dirty="0"/>
          </a:p>
        </p:txBody>
      </p:sp>
      <p:sp>
        <p:nvSpPr>
          <p:cNvPr id="6" name="Content Placeholder 2"/>
          <p:cNvSpPr>
            <a:spLocks noGrp="1"/>
          </p:cNvSpPr>
          <p:nvPr>
            <p:ph sz="quarter" idx="10"/>
          </p:nvPr>
        </p:nvSpPr>
        <p:spPr>
          <a:xfrm>
            <a:off x="214307" y="709595"/>
            <a:ext cx="8818479" cy="1683552"/>
          </a:xfrm>
        </p:spPr>
        <p:txBody>
          <a:bodyPr>
            <a:normAutofit fontScale="92500"/>
          </a:bodyPr>
          <a:lstStyle/>
          <a:p>
            <a:r>
              <a:rPr lang="en-US" altLang="ja-JP" sz="1600" b="1" dirty="0" smtClean="0"/>
              <a:t>Problem:</a:t>
            </a:r>
          </a:p>
          <a:p>
            <a:pPr lvl="1"/>
            <a:r>
              <a:rPr lang="en-US" altLang="ja-JP" sz="1300" dirty="0" err="1" smtClean="0"/>
              <a:t>redmine</a:t>
            </a:r>
            <a:r>
              <a:rPr lang="ja-JP" altLang="en-US" sz="1300" dirty="0"/>
              <a:t>でゲストユーザを作成した場合に右上のプロジェクト一覧は許容したプロジェクトのみ表示されますが、左上のメニューからプロジェクト表示すると全てのプロジェクトが表示されてしまいます</a:t>
            </a:r>
            <a:r>
              <a:rPr lang="ja-JP" altLang="en-US" sz="1300" dirty="0" smtClean="0"/>
              <a:t>。</a:t>
            </a:r>
            <a:endParaRPr lang="en-PH" altLang="ja-JP" sz="1300" dirty="0" smtClean="0"/>
          </a:p>
          <a:p>
            <a:pPr lvl="1"/>
            <a:r>
              <a:rPr lang="ja-JP" altLang="en-US" sz="1300" dirty="0" smtClean="0"/>
              <a:t>表示を</a:t>
            </a:r>
            <a:r>
              <a:rPr lang="ja-JP" altLang="en-US" sz="1300" dirty="0"/>
              <a:t>消すにはどのように実施したら良いでしょうか</a:t>
            </a:r>
            <a:r>
              <a:rPr lang="ja-JP" altLang="en-US" sz="1300" dirty="0" smtClean="0"/>
              <a:t>？</a:t>
            </a:r>
            <a:endParaRPr lang="en-PH" altLang="ja-JP" sz="1300" dirty="0" smtClean="0"/>
          </a:p>
          <a:p>
            <a:pPr lvl="1"/>
            <a:r>
              <a:rPr lang="en-PH" sz="1300" dirty="0"/>
              <a:t>When creating a guest user with </a:t>
            </a:r>
            <a:r>
              <a:rPr lang="en-PH" sz="1300" dirty="0" err="1"/>
              <a:t>redmine</a:t>
            </a:r>
            <a:r>
              <a:rPr lang="en-PH" sz="1300" dirty="0"/>
              <a:t>, only the allowed projects are displayed in the project list on the upper right, but if you display the project from the menu on the upper left all projects will be displayed</a:t>
            </a:r>
            <a:r>
              <a:rPr lang="en-PH" sz="1300" dirty="0" smtClean="0"/>
              <a:t>.</a:t>
            </a:r>
          </a:p>
          <a:p>
            <a:pPr lvl="1"/>
            <a:r>
              <a:rPr lang="en-PH" sz="1300" dirty="0"/>
              <a:t>How can I do to erase the display?</a:t>
            </a:r>
            <a:endParaRPr lang="en-PH" altLang="ja-JP" sz="1300" dirty="0" smtClean="0"/>
          </a:p>
        </p:txBody>
      </p:sp>
      <p:pic>
        <p:nvPicPr>
          <p:cNvPr id="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477" y="2393148"/>
            <a:ext cx="6543929" cy="3600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角丸四角形 9"/>
          <p:cNvSpPr/>
          <p:nvPr/>
        </p:nvSpPr>
        <p:spPr bwMode="auto">
          <a:xfrm>
            <a:off x="925004" y="3079889"/>
            <a:ext cx="2603908" cy="1069097"/>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latin typeface="+mn-ea"/>
            </a:endParaRPr>
          </a:p>
        </p:txBody>
      </p:sp>
      <p:sp>
        <p:nvSpPr>
          <p:cNvPr id="14" name="角丸四角形 9"/>
          <p:cNvSpPr/>
          <p:nvPr/>
        </p:nvSpPr>
        <p:spPr bwMode="auto">
          <a:xfrm>
            <a:off x="6685005" y="2393147"/>
            <a:ext cx="1210963" cy="999095"/>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solidFill>
                <a:schemeClr val="bg1"/>
              </a:solidFill>
              <a:latin typeface="+mn-ea"/>
            </a:endParaRPr>
          </a:p>
        </p:txBody>
      </p:sp>
      <p:sp>
        <p:nvSpPr>
          <p:cNvPr id="15" name="Content Placeholder 2"/>
          <p:cNvSpPr txBox="1">
            <a:spLocks/>
          </p:cNvSpPr>
          <p:nvPr/>
        </p:nvSpPr>
        <p:spPr bwMode="gray">
          <a:xfrm>
            <a:off x="405182" y="6005383"/>
            <a:ext cx="8558331" cy="494271"/>
          </a:xfrm>
          <a:prstGeom prst="rect">
            <a:avLst/>
          </a:prstGeom>
        </p:spPr>
        <p:txBody>
          <a:bodyPr vert="horz" lIns="91440" tIns="45720" rIns="91440" bIns="45720" rtlCol="0">
            <a:normAutofit/>
          </a:bodyPr>
          <a:lstStyle>
            <a:lvl1pPr marL="180000" indent="-180000" algn="l" rtl="0" eaLnBrk="1" fontAlgn="base" hangingPunct="0">
              <a:spcBef>
                <a:spcPts val="500"/>
              </a:spcBef>
              <a:spcAft>
                <a:spcPct val="0"/>
              </a:spcAft>
              <a:buClr>
                <a:schemeClr val="accent6"/>
              </a:buClr>
              <a:buFont typeface="Arial" panose="020B0604020202020204" pitchFamily="34" charset="0"/>
              <a:buChar char="▌"/>
              <a:defRPr kumimoji="1" lang="ja-JP" altLang="en-US" sz="2000" b="0" baseline="0" noProof="0" dirty="0" smtClean="0">
                <a:solidFill>
                  <a:schemeClr val="tx1"/>
                </a:solidFill>
                <a:latin typeface="Verdana" panose="020B0604030504040204" pitchFamily="34" charset="0"/>
                <a:ea typeface="+mn-ea"/>
                <a:cs typeface="Verdana" panose="020B0604030504040204" pitchFamily="34" charset="0"/>
              </a:defRPr>
            </a:lvl1pPr>
            <a:lvl2pPr marL="360000" indent="-180000" algn="l" rtl="0" eaLnBrk="1" fontAlgn="base" hangingPunct="0">
              <a:spcBef>
                <a:spcPts val="500"/>
              </a:spcBef>
              <a:spcAft>
                <a:spcPct val="0"/>
              </a:spcAft>
              <a:buClr>
                <a:schemeClr val="accent6"/>
              </a:buClr>
              <a:buFont typeface="Wingdings" pitchFamily="2" charset="2"/>
              <a:buChar char="l"/>
              <a:defRPr kumimoji="1" lang="ja-JP" altLang="en-US" sz="1600" b="0" noProof="0" dirty="0" smtClean="0">
                <a:solidFill>
                  <a:schemeClr val="tx1"/>
                </a:solidFill>
                <a:latin typeface="Verdana" panose="020B0604030504040204" pitchFamily="34" charset="0"/>
                <a:ea typeface="+mn-ea"/>
                <a:cs typeface="Verdana" panose="020B0604030504040204" pitchFamily="34" charset="0"/>
              </a:defRPr>
            </a:lvl2pPr>
            <a:lvl3pPr marL="466725" indent="-107950" algn="l" rtl="0" eaLnBrk="1" fontAlgn="base" hangingPunct="0">
              <a:spcBef>
                <a:spcPts val="500"/>
              </a:spcBef>
              <a:spcAft>
                <a:spcPct val="0"/>
              </a:spcAft>
              <a:buClr>
                <a:schemeClr val="accent6"/>
              </a:buClr>
              <a:buFont typeface="Arial" panose="020B0604020202020204" pitchFamily="34" charset="0"/>
              <a:buChar char="•"/>
              <a:defRPr kumimoji="1" lang="ja-JP" altLang="en-US" sz="1400" b="0" noProof="0" dirty="0" smtClean="0">
                <a:solidFill>
                  <a:schemeClr val="tx1"/>
                </a:solidFill>
                <a:latin typeface="Verdana" panose="020B0604030504040204" pitchFamily="34" charset="0"/>
                <a:ea typeface="+mn-ea"/>
                <a:cs typeface="Verdana" panose="020B0604030504040204" pitchFamily="34" charset="0"/>
              </a:defRPr>
            </a:lvl3pPr>
            <a:lvl4pPr marL="576000" indent="-108000" algn="l" rtl="0" eaLnBrk="1" fontAlgn="base" hangingPunct="0">
              <a:spcBef>
                <a:spcPts val="500"/>
              </a:spcBef>
              <a:spcAft>
                <a:spcPct val="0"/>
              </a:spcAft>
              <a:buClr>
                <a:schemeClr val="accent6"/>
              </a:buClr>
              <a:buFont typeface="Tahoma" pitchFamily="34" charset="0"/>
              <a:buChar char="–"/>
              <a:defRPr kumimoji="1" lang="ja-JP" altLang="en-US" sz="1200" b="0" noProof="0" dirty="0" smtClean="0">
                <a:solidFill>
                  <a:schemeClr val="tx1"/>
                </a:solidFill>
                <a:latin typeface="Verdana" panose="020B0604030504040204" pitchFamily="34" charset="0"/>
                <a:ea typeface="+mn-ea"/>
                <a:cs typeface="Verdana" panose="020B0604030504040204" pitchFamily="34" charset="0"/>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a:lstStyle>
          <a:p>
            <a:r>
              <a:rPr lang="en-PH" altLang="ja-JP" sz="1300" kern="0" dirty="0" smtClean="0"/>
              <a:t>Please take note that the logged in “guest” account was able to see the other projects in the Group B list.  Even if the guest account is assigned to the “1SD” project only in Group A list.</a:t>
            </a:r>
          </a:p>
          <a:p>
            <a:pPr marL="0" indent="0">
              <a:buNone/>
            </a:pPr>
            <a:endParaRPr lang="ja-JP" altLang="en-US" sz="1400" kern="0" dirty="0"/>
          </a:p>
        </p:txBody>
      </p:sp>
      <p:sp>
        <p:nvSpPr>
          <p:cNvPr id="16" name="角丸四角形 9"/>
          <p:cNvSpPr/>
          <p:nvPr/>
        </p:nvSpPr>
        <p:spPr bwMode="auto">
          <a:xfrm>
            <a:off x="925003" y="4174695"/>
            <a:ext cx="2647032" cy="1509423"/>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solidFill>
                <a:schemeClr val="bg1"/>
              </a:solidFill>
              <a:latin typeface="+mn-ea"/>
            </a:endParaRPr>
          </a:p>
        </p:txBody>
      </p:sp>
      <p:sp>
        <p:nvSpPr>
          <p:cNvPr id="5" name="TextBox 4"/>
          <p:cNvSpPr txBox="1"/>
          <p:nvPr/>
        </p:nvSpPr>
        <p:spPr>
          <a:xfrm>
            <a:off x="923819" y="3084465"/>
            <a:ext cx="324128" cy="307777"/>
          </a:xfrm>
          <a:prstGeom prst="rect">
            <a:avLst/>
          </a:prstGeom>
          <a:noFill/>
        </p:spPr>
        <p:txBody>
          <a:bodyPr wrap="none" rtlCol="0">
            <a:spAutoFit/>
          </a:bodyPr>
          <a:lstStyle/>
          <a:p>
            <a:r>
              <a:rPr lang="en-PH" sz="1400" b="1" dirty="0" smtClean="0">
                <a:solidFill>
                  <a:srgbClr val="FF0000"/>
                </a:solidFill>
              </a:rPr>
              <a:t>A</a:t>
            </a:r>
            <a:endParaRPr lang="en-PH" sz="1400" b="1" dirty="0">
              <a:solidFill>
                <a:srgbClr val="FF0000"/>
              </a:solidFill>
            </a:endParaRPr>
          </a:p>
        </p:txBody>
      </p:sp>
      <p:sp>
        <p:nvSpPr>
          <p:cNvPr id="18" name="TextBox 17"/>
          <p:cNvSpPr txBox="1"/>
          <p:nvPr/>
        </p:nvSpPr>
        <p:spPr>
          <a:xfrm>
            <a:off x="925003" y="4193270"/>
            <a:ext cx="324128" cy="307777"/>
          </a:xfrm>
          <a:prstGeom prst="rect">
            <a:avLst/>
          </a:prstGeom>
          <a:noFill/>
        </p:spPr>
        <p:txBody>
          <a:bodyPr wrap="none" rtlCol="0">
            <a:spAutoFit/>
          </a:bodyPr>
          <a:lstStyle/>
          <a:p>
            <a:r>
              <a:rPr lang="en-PH" sz="1400" b="1" dirty="0" smtClean="0">
                <a:solidFill>
                  <a:srgbClr val="FF0000"/>
                </a:solidFill>
              </a:rPr>
              <a:t>B</a:t>
            </a:r>
            <a:endParaRPr lang="en-PH" sz="1400" b="1" dirty="0">
              <a:solidFill>
                <a:srgbClr val="FF0000"/>
              </a:solidFill>
            </a:endParaRPr>
          </a:p>
        </p:txBody>
      </p:sp>
      <p:sp>
        <p:nvSpPr>
          <p:cNvPr id="19" name="角丸四角形 9"/>
          <p:cNvSpPr/>
          <p:nvPr/>
        </p:nvSpPr>
        <p:spPr bwMode="auto">
          <a:xfrm>
            <a:off x="5329881" y="5568289"/>
            <a:ext cx="1210963" cy="230089"/>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solidFill>
                <a:schemeClr val="bg1"/>
              </a:solidFill>
              <a:latin typeface="+mn-ea"/>
            </a:endParaRPr>
          </a:p>
        </p:txBody>
      </p:sp>
      <p:cxnSp>
        <p:nvCxnSpPr>
          <p:cNvPr id="17" name="Straight Arrow Connector 16"/>
          <p:cNvCxnSpPr/>
          <p:nvPr/>
        </p:nvCxnSpPr>
        <p:spPr bwMode="auto">
          <a:xfrm flipH="1" flipV="1">
            <a:off x="2335427" y="3614437"/>
            <a:ext cx="3212758" cy="2068896"/>
          </a:xfrm>
          <a:prstGeom prst="straightConnector1">
            <a:avLst/>
          </a:prstGeom>
          <a:solidFill>
            <a:schemeClr val="bg1"/>
          </a:solidFill>
          <a:ln w="3175" cap="flat" cmpd="sng" algn="ctr">
            <a:solidFill>
              <a:srgbClr val="FF0000"/>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24" name="Straight Arrow Connector 23"/>
          <p:cNvCxnSpPr/>
          <p:nvPr/>
        </p:nvCxnSpPr>
        <p:spPr bwMode="auto">
          <a:xfrm flipV="1">
            <a:off x="5548185" y="2892695"/>
            <a:ext cx="1285101" cy="2791424"/>
          </a:xfrm>
          <a:prstGeom prst="straightConnector1">
            <a:avLst/>
          </a:prstGeom>
          <a:solidFill>
            <a:schemeClr val="bg1"/>
          </a:solidFill>
          <a:ln w="3175" cap="flat" cmpd="sng" algn="ctr">
            <a:solidFill>
              <a:srgbClr val="FF0000"/>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spTree>
    <p:extLst>
      <p:ext uri="{BB962C8B-B14F-4D97-AF65-F5344CB8AC3E}">
        <p14:creationId xmlns:p14="http://schemas.microsoft.com/office/powerpoint/2010/main" val="27280125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altLang="ja-JP" dirty="0"/>
              <a:t>2. Hide project List for unregistered users  </a:t>
            </a:r>
            <a:r>
              <a:rPr lang="en-PH" altLang="ja-JP" dirty="0" smtClean="0"/>
              <a:t>2/3</a:t>
            </a:r>
            <a:endParaRPr lang="en-PH" dirty="0"/>
          </a:p>
        </p:txBody>
      </p:sp>
      <p:sp>
        <p:nvSpPr>
          <p:cNvPr id="4" name="Content Placeholder 3"/>
          <p:cNvSpPr>
            <a:spLocks noGrp="1"/>
          </p:cNvSpPr>
          <p:nvPr>
            <p:ph sz="quarter" idx="10"/>
          </p:nvPr>
        </p:nvSpPr>
        <p:spPr>
          <a:xfrm>
            <a:off x="179512" y="774927"/>
            <a:ext cx="8784976" cy="5616476"/>
          </a:xfrm>
        </p:spPr>
        <p:txBody>
          <a:bodyPr/>
          <a:lstStyle/>
          <a:p>
            <a:r>
              <a:rPr lang="en-PH" sz="1600" b="1" dirty="0" smtClean="0"/>
              <a:t>Findings: </a:t>
            </a:r>
          </a:p>
          <a:p>
            <a:pPr lvl="1"/>
            <a:r>
              <a:rPr lang="en-PH" sz="1400" dirty="0" smtClean="0"/>
              <a:t>The </a:t>
            </a:r>
            <a:r>
              <a:rPr lang="en-PH" sz="1400" dirty="0"/>
              <a:t>project list </a:t>
            </a:r>
            <a:r>
              <a:rPr lang="en-PH" sz="1400" dirty="0" smtClean="0"/>
              <a:t>in the previous page displays all the projects that was set to “Public” in the project settings. </a:t>
            </a:r>
          </a:p>
          <a:p>
            <a:pPr lvl="1"/>
            <a:r>
              <a:rPr lang="en-PH" sz="1400" dirty="0" smtClean="0"/>
              <a:t>Please refer to the screen below, the “Public” is checked, this is the reason why the logged in “guest” account was able to see the CPD project in the project list (refer to group B in the screen in the previous page.)</a:t>
            </a:r>
            <a:endParaRPr lang="en-PH" sz="1400" dirty="0"/>
          </a:p>
          <a:p>
            <a:pPr marL="0" indent="0">
              <a:buNone/>
            </a:pPr>
            <a:endParaRPr lang="en-PH"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317" y="2377829"/>
            <a:ext cx="6118289" cy="401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角丸四角形 9"/>
          <p:cNvSpPr/>
          <p:nvPr/>
        </p:nvSpPr>
        <p:spPr bwMode="auto">
          <a:xfrm>
            <a:off x="2051492" y="5641792"/>
            <a:ext cx="1507271" cy="280609"/>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solidFill>
                <a:schemeClr val="bg1"/>
              </a:solidFill>
              <a:latin typeface="+mn-ea"/>
            </a:endParaRPr>
          </a:p>
        </p:txBody>
      </p:sp>
    </p:spTree>
    <p:extLst>
      <p:ext uri="{BB962C8B-B14F-4D97-AF65-F5344CB8AC3E}">
        <p14:creationId xmlns:p14="http://schemas.microsoft.com/office/powerpoint/2010/main" val="187153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altLang="ja-JP" dirty="0"/>
              <a:t>2. Hide project List for unregistered users  </a:t>
            </a:r>
            <a:r>
              <a:rPr lang="en-PH" altLang="ja-JP" dirty="0" smtClean="0"/>
              <a:t>3/3</a:t>
            </a:r>
            <a:endParaRPr lang="en-PH" dirty="0"/>
          </a:p>
        </p:txBody>
      </p:sp>
      <p:sp>
        <p:nvSpPr>
          <p:cNvPr id="3" name="Content Placeholder 2"/>
          <p:cNvSpPr>
            <a:spLocks noGrp="1"/>
          </p:cNvSpPr>
          <p:nvPr>
            <p:ph sz="quarter" idx="10"/>
          </p:nvPr>
        </p:nvSpPr>
        <p:spPr/>
        <p:txBody>
          <a:bodyPr/>
          <a:lstStyle/>
          <a:p>
            <a:r>
              <a:rPr lang="en-PH" dirty="0" smtClean="0"/>
              <a:t>Solution:</a:t>
            </a:r>
          </a:p>
          <a:p>
            <a:pPr lvl="1"/>
            <a:r>
              <a:rPr lang="en-PH" sz="1400" dirty="0" smtClean="0"/>
              <a:t>Make sure that Settings “Public” is not checked to ensure that only official members of the project can see it from the Project List.  Note: Only “Admin” can update the “Settings”.</a:t>
            </a:r>
            <a:endParaRPr lang="en-PH" sz="1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102" y="1971830"/>
            <a:ext cx="6728126" cy="4407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角丸四角形 9"/>
          <p:cNvSpPr/>
          <p:nvPr/>
        </p:nvSpPr>
        <p:spPr bwMode="auto">
          <a:xfrm>
            <a:off x="1977346" y="5567648"/>
            <a:ext cx="1507271" cy="280609"/>
          </a:xfrm>
          <a:prstGeom prst="roundRect">
            <a:avLst/>
          </a:prstGeom>
          <a:noFill/>
          <a:ln w="19050">
            <a:solidFill>
              <a:srgbClr val="FF0000"/>
            </a:solidFill>
            <a:prstDash val="dash"/>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smtClean="0">
              <a:solidFill>
                <a:schemeClr val="bg1"/>
              </a:solidFill>
              <a:latin typeface="+mn-ea"/>
            </a:endParaRPr>
          </a:p>
        </p:txBody>
      </p:sp>
    </p:spTree>
    <p:extLst>
      <p:ext uri="{BB962C8B-B14F-4D97-AF65-F5344CB8AC3E}">
        <p14:creationId xmlns:p14="http://schemas.microsoft.com/office/powerpoint/2010/main" val="2267195881"/>
      </p:ext>
    </p:extLst>
  </p:cSld>
  <p:clrMapOvr>
    <a:masterClrMapping/>
  </p:clrMapOvr>
</p:sld>
</file>

<file path=ppt/theme/theme1.xml><?xml version="1.0" encoding="utf-8"?>
<a:theme xmlns:a="http://schemas.openxmlformats.org/drawingml/2006/main" name="NEC_standard4_3">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ユーザー定義 1">
      <a:majorFont>
        <a:latin typeface="Verdana"/>
        <a:ea typeface="Verdana"/>
        <a:cs typeface=""/>
      </a:majorFont>
      <a:minorFont>
        <a:latin typeface="Verdana"/>
        <a:ea typeface="Verdana"/>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xfrm>
          <a:off x="0" y="0"/>
          <a:ext cx="1" cy="1"/>
        </a:xfrm>
        <a:custGeom>
          <a:avLst/>
          <a:gdLst/>
          <a:ahLst/>
          <a:cxnLst/>
          <a:rect l="0" t="0" r="0" b="0"/>
          <a:pathLst/>
        </a:custGeom>
        <a:solidFill>
          <a:schemeClr val="bg1"/>
        </a:solidFill>
        <a:ln>
          <a:noFill/>
        </a:ln>
        <a:effectLst/>
        <a:extLst>
          <a:ext uri="{91240B29-F687-4F45-9708-019B960494DF}">
            <a14:hiddenLine xmlns:a14="http://schemas.microsoft.com/office/drawing/2010/main" w="317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ＭＳ Ｐゴシック" charset="-128"/>
          </a:defRPr>
        </a:defP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 ??"/>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 ??"/>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355</Words>
  <Application>Microsoft Office PowerPoint</Application>
  <PresentationFormat>On-screen Show (4:3)</PresentationFormat>
  <Paragraphs>16</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NEC_standard4_3</vt:lpstr>
      <vt:lpstr>2. Hide project List for unregistered users  1/3</vt:lpstr>
      <vt:lpstr>2. Hide project List for unregistered users  2/3</vt:lpstr>
      <vt:lpstr>2. Hide project List for unregistered users  3/3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2015-07-21T05:37:26Z</dcterms:created>
  <dcterms:modified xsi:type="dcterms:W3CDTF">2017-06-16T02:07:52Z</dcterms:modified>
</cp:coreProperties>
</file>